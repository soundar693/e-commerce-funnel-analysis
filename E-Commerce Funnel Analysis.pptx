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4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D5458D-2889-48F6-9D55-5528EB17CF47}" v="149" dt="2025-12-19T17:50:15.0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53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ndar S" userId="8675d19a1184806b" providerId="LiveId" clId="{75520274-61FC-4784-B7DA-DC9786C36CE6}"/>
    <pc:docChg chg="undo custSel addSld delSld modSld">
      <pc:chgData name="soundar S" userId="8675d19a1184806b" providerId="LiveId" clId="{75520274-61FC-4784-B7DA-DC9786C36CE6}" dt="2025-12-19T17:50:53.228" v="828" actId="14100"/>
      <pc:docMkLst>
        <pc:docMk/>
      </pc:docMkLst>
      <pc:sldChg chg="addSp delSp modSp mod">
        <pc:chgData name="soundar S" userId="8675d19a1184806b" providerId="LiveId" clId="{75520274-61FC-4784-B7DA-DC9786C36CE6}" dt="2025-12-19T17:50:53.228" v="828" actId="14100"/>
        <pc:sldMkLst>
          <pc:docMk/>
          <pc:sldMk cId="4043737824" sldId="257"/>
        </pc:sldMkLst>
        <pc:spChg chg="del">
          <ac:chgData name="soundar S" userId="8675d19a1184806b" providerId="LiveId" clId="{75520274-61FC-4784-B7DA-DC9786C36CE6}" dt="2025-12-19T17:50:01.095" v="794" actId="478"/>
          <ac:spMkLst>
            <pc:docMk/>
            <pc:sldMk cId="4043737824" sldId="257"/>
            <ac:spMk id="3" creationId="{A8E9CFF2-3777-4FF4-A759-8491175B0B7C}"/>
          </ac:spMkLst>
        </pc:spChg>
        <pc:spChg chg="add del mod">
          <ac:chgData name="soundar S" userId="8675d19a1184806b" providerId="LiveId" clId="{75520274-61FC-4784-B7DA-DC9786C36CE6}" dt="2025-12-19T17:50:08.574" v="795" actId="478"/>
          <ac:spMkLst>
            <pc:docMk/>
            <pc:sldMk cId="4043737824" sldId="257"/>
            <ac:spMk id="6" creationId="{CE99D32F-CBCE-4BCA-6439-B9E7C1119C77}"/>
          </ac:spMkLst>
        </pc:spChg>
        <pc:spChg chg="add mod">
          <ac:chgData name="soundar S" userId="8675d19a1184806b" providerId="LiveId" clId="{75520274-61FC-4784-B7DA-DC9786C36CE6}" dt="2025-12-19T17:50:53.228" v="828" actId="14100"/>
          <ac:spMkLst>
            <pc:docMk/>
            <pc:sldMk cId="4043737824" sldId="257"/>
            <ac:spMk id="7" creationId="{311B04C8-21F6-F7E8-C3CD-39A77C95B1CD}"/>
          </ac:spMkLst>
        </pc:spChg>
      </pc:sldChg>
      <pc:sldChg chg="modSp mod">
        <pc:chgData name="soundar S" userId="8675d19a1184806b" providerId="LiveId" clId="{75520274-61FC-4784-B7DA-DC9786C36CE6}" dt="2025-12-19T16:28:54.467" v="7" actId="255"/>
        <pc:sldMkLst>
          <pc:docMk/>
          <pc:sldMk cId="3771520870" sldId="259"/>
        </pc:sldMkLst>
        <pc:spChg chg="mod">
          <ac:chgData name="soundar S" userId="8675d19a1184806b" providerId="LiveId" clId="{75520274-61FC-4784-B7DA-DC9786C36CE6}" dt="2025-12-19T16:28:54.467" v="7" actId="255"/>
          <ac:spMkLst>
            <pc:docMk/>
            <pc:sldMk cId="3771520870" sldId="259"/>
            <ac:spMk id="2" creationId="{658CF965-DD43-DB7E-5994-B8C4B6B565C3}"/>
          </ac:spMkLst>
        </pc:spChg>
        <pc:spChg chg="mod">
          <ac:chgData name="soundar S" userId="8675d19a1184806b" providerId="LiveId" clId="{75520274-61FC-4784-B7DA-DC9786C36CE6}" dt="2025-12-19T16:28:46.014" v="6" actId="255"/>
          <ac:spMkLst>
            <pc:docMk/>
            <pc:sldMk cId="3771520870" sldId="259"/>
            <ac:spMk id="4" creationId="{053A937C-B937-C7B4-FE65-F0A4F346A074}"/>
          </ac:spMkLst>
        </pc:spChg>
      </pc:sldChg>
      <pc:sldChg chg="modSp mod">
        <pc:chgData name="soundar S" userId="8675d19a1184806b" providerId="LiveId" clId="{75520274-61FC-4784-B7DA-DC9786C36CE6}" dt="2025-12-19T16:29:01.360" v="8" actId="255"/>
        <pc:sldMkLst>
          <pc:docMk/>
          <pc:sldMk cId="4083607459" sldId="260"/>
        </pc:sldMkLst>
        <pc:spChg chg="mod">
          <ac:chgData name="soundar S" userId="8675d19a1184806b" providerId="LiveId" clId="{75520274-61FC-4784-B7DA-DC9786C36CE6}" dt="2025-12-19T16:29:01.360" v="8" actId="255"/>
          <ac:spMkLst>
            <pc:docMk/>
            <pc:sldMk cId="4083607459" sldId="260"/>
            <ac:spMk id="2" creationId="{6F56B5C6-043E-FE05-E69D-E6456EF46297}"/>
          </ac:spMkLst>
        </pc:spChg>
      </pc:sldChg>
      <pc:sldChg chg="modSp mod">
        <pc:chgData name="soundar S" userId="8675d19a1184806b" providerId="LiveId" clId="{75520274-61FC-4784-B7DA-DC9786C36CE6}" dt="2025-12-19T16:29:30.164" v="11" actId="255"/>
        <pc:sldMkLst>
          <pc:docMk/>
          <pc:sldMk cId="1742112788" sldId="261"/>
        </pc:sldMkLst>
        <pc:spChg chg="mod">
          <ac:chgData name="soundar S" userId="8675d19a1184806b" providerId="LiveId" clId="{75520274-61FC-4784-B7DA-DC9786C36CE6}" dt="2025-12-19T16:29:10.576" v="9" actId="255"/>
          <ac:spMkLst>
            <pc:docMk/>
            <pc:sldMk cId="1742112788" sldId="261"/>
            <ac:spMk id="2" creationId="{0C85FF22-7393-FE85-0E40-4D06231B612A}"/>
          </ac:spMkLst>
        </pc:spChg>
        <pc:spChg chg="mod">
          <ac:chgData name="soundar S" userId="8675d19a1184806b" providerId="LiveId" clId="{75520274-61FC-4784-B7DA-DC9786C36CE6}" dt="2025-12-19T16:29:30.164" v="11" actId="255"/>
          <ac:spMkLst>
            <pc:docMk/>
            <pc:sldMk cId="1742112788" sldId="261"/>
            <ac:spMk id="3" creationId="{ADDE70D3-74D9-1EFD-71F7-C78040DF7FB0}"/>
          </ac:spMkLst>
        </pc:spChg>
      </pc:sldChg>
      <pc:sldChg chg="modSp mod">
        <pc:chgData name="soundar S" userId="8675d19a1184806b" providerId="LiveId" clId="{75520274-61FC-4784-B7DA-DC9786C36CE6}" dt="2025-12-19T17:49:14.624" v="784" actId="113"/>
        <pc:sldMkLst>
          <pc:docMk/>
          <pc:sldMk cId="2958772811" sldId="262"/>
        </pc:sldMkLst>
        <pc:spChg chg="mod">
          <ac:chgData name="soundar S" userId="8675d19a1184806b" providerId="LiveId" clId="{75520274-61FC-4784-B7DA-DC9786C36CE6}" dt="2025-12-19T16:29:39.876" v="12" actId="255"/>
          <ac:spMkLst>
            <pc:docMk/>
            <pc:sldMk cId="2958772811" sldId="262"/>
            <ac:spMk id="2" creationId="{7C0333D1-5F1F-6904-F054-746C1B376314}"/>
          </ac:spMkLst>
        </pc:spChg>
        <pc:spChg chg="mod">
          <ac:chgData name="soundar S" userId="8675d19a1184806b" providerId="LiveId" clId="{75520274-61FC-4784-B7DA-DC9786C36CE6}" dt="2025-12-19T17:49:14.624" v="784" actId="113"/>
          <ac:spMkLst>
            <pc:docMk/>
            <pc:sldMk cId="2958772811" sldId="262"/>
            <ac:spMk id="4" creationId="{E2C0A60F-A8C9-D76A-D8C9-E005BBAC1721}"/>
          </ac:spMkLst>
        </pc:spChg>
      </pc:sldChg>
      <pc:sldChg chg="modSp mod">
        <pc:chgData name="soundar S" userId="8675d19a1184806b" providerId="LiveId" clId="{75520274-61FC-4784-B7DA-DC9786C36CE6}" dt="2025-12-19T17:49:43.377" v="793" actId="20577"/>
        <pc:sldMkLst>
          <pc:docMk/>
          <pc:sldMk cId="85971188" sldId="263"/>
        </pc:sldMkLst>
        <pc:spChg chg="mod">
          <ac:chgData name="soundar S" userId="8675d19a1184806b" providerId="LiveId" clId="{75520274-61FC-4784-B7DA-DC9786C36CE6}" dt="2025-12-19T16:29:50.606" v="13" actId="255"/>
          <ac:spMkLst>
            <pc:docMk/>
            <pc:sldMk cId="85971188" sldId="263"/>
            <ac:spMk id="2" creationId="{F3EB3C9E-0A9C-8BA2-273E-9D77FB783662}"/>
          </ac:spMkLst>
        </pc:spChg>
        <pc:spChg chg="mod">
          <ac:chgData name="soundar S" userId="8675d19a1184806b" providerId="LiveId" clId="{75520274-61FC-4784-B7DA-DC9786C36CE6}" dt="2025-12-19T17:49:43.377" v="793" actId="20577"/>
          <ac:spMkLst>
            <pc:docMk/>
            <pc:sldMk cId="85971188" sldId="263"/>
            <ac:spMk id="4" creationId="{BDF72B49-AD95-E091-7EC0-E359D5AEB38A}"/>
          </ac:spMkLst>
        </pc:spChg>
      </pc:sldChg>
      <pc:sldChg chg="addSp delSp modSp mod">
        <pc:chgData name="soundar S" userId="8675d19a1184806b" providerId="LiveId" clId="{75520274-61FC-4784-B7DA-DC9786C36CE6}" dt="2025-12-19T17:12:39.448" v="333" actId="1076"/>
        <pc:sldMkLst>
          <pc:docMk/>
          <pc:sldMk cId="49424682" sldId="264"/>
        </pc:sldMkLst>
        <pc:spChg chg="del mod">
          <ac:chgData name="soundar S" userId="8675d19a1184806b" providerId="LiveId" clId="{75520274-61FC-4784-B7DA-DC9786C36CE6}" dt="2025-12-19T16:31:38.064" v="31" actId="478"/>
          <ac:spMkLst>
            <pc:docMk/>
            <pc:sldMk cId="49424682" sldId="264"/>
            <ac:spMk id="2" creationId="{C0CC43FD-D355-790E-061F-67D99E7EA903}"/>
          </ac:spMkLst>
        </pc:spChg>
        <pc:spChg chg="mod">
          <ac:chgData name="soundar S" userId="8675d19a1184806b" providerId="LiveId" clId="{75520274-61FC-4784-B7DA-DC9786C36CE6}" dt="2025-12-19T17:10:51.290" v="296" actId="20577"/>
          <ac:spMkLst>
            <pc:docMk/>
            <pc:sldMk cId="49424682" sldId="264"/>
            <ac:spMk id="4" creationId="{711D873F-FDFE-B8C7-087B-8100271B3AC1}"/>
          </ac:spMkLst>
        </pc:spChg>
        <pc:spChg chg="add del mod">
          <ac:chgData name="soundar S" userId="8675d19a1184806b" providerId="LiveId" clId="{75520274-61FC-4784-B7DA-DC9786C36CE6}" dt="2025-12-19T16:31:41.339" v="32" actId="478"/>
          <ac:spMkLst>
            <pc:docMk/>
            <pc:sldMk cId="49424682" sldId="264"/>
            <ac:spMk id="5" creationId="{53B3BF82-9F6A-E0A7-F579-603623093A1D}"/>
          </ac:spMkLst>
        </pc:spChg>
        <pc:spChg chg="add del mod">
          <ac:chgData name="soundar S" userId="8675d19a1184806b" providerId="LiveId" clId="{75520274-61FC-4784-B7DA-DC9786C36CE6}" dt="2025-12-19T16:35:26.146" v="116" actId="478"/>
          <ac:spMkLst>
            <pc:docMk/>
            <pc:sldMk cId="49424682" sldId="264"/>
            <ac:spMk id="6" creationId="{A90C55F0-B199-C0F6-E6F0-DADE288352D9}"/>
          </ac:spMkLst>
        </pc:spChg>
        <pc:spChg chg="add">
          <ac:chgData name="soundar S" userId="8675d19a1184806b" providerId="LiveId" clId="{75520274-61FC-4784-B7DA-DC9786C36CE6}" dt="2025-12-19T16:34:53.594" v="106"/>
          <ac:spMkLst>
            <pc:docMk/>
            <pc:sldMk cId="49424682" sldId="264"/>
            <ac:spMk id="7" creationId="{39DBAF29-D310-30C5-5892-5E1B66D1617F}"/>
          </ac:spMkLst>
        </pc:spChg>
        <pc:spChg chg="add mod">
          <ac:chgData name="soundar S" userId="8675d19a1184806b" providerId="LiveId" clId="{75520274-61FC-4784-B7DA-DC9786C36CE6}" dt="2025-12-19T16:35:17.306" v="113" actId="2711"/>
          <ac:spMkLst>
            <pc:docMk/>
            <pc:sldMk cId="49424682" sldId="264"/>
            <ac:spMk id="8" creationId="{5FF19B5F-7F3C-F8BD-6C83-342C70AAA829}"/>
          </ac:spMkLst>
        </pc:spChg>
        <pc:spChg chg="add del mod">
          <ac:chgData name="soundar S" userId="8675d19a1184806b" providerId="LiveId" clId="{75520274-61FC-4784-B7DA-DC9786C36CE6}" dt="2025-12-19T16:36:40.133" v="158" actId="478"/>
          <ac:spMkLst>
            <pc:docMk/>
            <pc:sldMk cId="49424682" sldId="264"/>
            <ac:spMk id="9" creationId="{C9ED5592-A5D5-4322-3566-F8C9D5A40500}"/>
          </ac:spMkLst>
        </pc:spChg>
        <pc:spChg chg="add del mod">
          <ac:chgData name="soundar S" userId="8675d19a1184806b" providerId="LiveId" clId="{75520274-61FC-4784-B7DA-DC9786C36CE6}" dt="2025-12-19T17:10:08.418" v="282" actId="478"/>
          <ac:spMkLst>
            <pc:docMk/>
            <pc:sldMk cId="49424682" sldId="264"/>
            <ac:spMk id="10" creationId="{8439B395-D46C-CAE7-246F-BE1E602C9FB4}"/>
          </ac:spMkLst>
        </pc:spChg>
        <pc:spChg chg="add del mod">
          <ac:chgData name="soundar S" userId="8675d19a1184806b" providerId="LiveId" clId="{75520274-61FC-4784-B7DA-DC9786C36CE6}" dt="2025-12-19T17:09:45.543" v="276" actId="478"/>
          <ac:spMkLst>
            <pc:docMk/>
            <pc:sldMk cId="49424682" sldId="264"/>
            <ac:spMk id="11" creationId="{4F4BEFF3-5FB4-2E90-5728-B443C4AAF18D}"/>
          </ac:spMkLst>
        </pc:spChg>
        <pc:spChg chg="add">
          <ac:chgData name="soundar S" userId="8675d19a1184806b" providerId="LiveId" clId="{75520274-61FC-4784-B7DA-DC9786C36CE6}" dt="2025-12-19T17:09:52.533" v="279"/>
          <ac:spMkLst>
            <pc:docMk/>
            <pc:sldMk cId="49424682" sldId="264"/>
            <ac:spMk id="12" creationId="{489F7CF6-19FB-8F38-E22A-E109B6099B9F}"/>
          </ac:spMkLst>
        </pc:spChg>
        <pc:spChg chg="add del mod">
          <ac:chgData name="soundar S" userId="8675d19a1184806b" providerId="LiveId" clId="{75520274-61FC-4784-B7DA-DC9786C36CE6}" dt="2025-12-19T17:10:37.134" v="293" actId="767"/>
          <ac:spMkLst>
            <pc:docMk/>
            <pc:sldMk cId="49424682" sldId="264"/>
            <ac:spMk id="13" creationId="{D38DB898-3DA1-CFEB-8481-6C19E762E6C4}"/>
          </ac:spMkLst>
        </pc:spChg>
        <pc:spChg chg="add">
          <ac:chgData name="soundar S" userId="8675d19a1184806b" providerId="LiveId" clId="{75520274-61FC-4784-B7DA-DC9786C36CE6}" dt="2025-12-19T17:10:12.340" v="284"/>
          <ac:spMkLst>
            <pc:docMk/>
            <pc:sldMk cId="49424682" sldId="264"/>
            <ac:spMk id="14" creationId="{6C973126-6473-661F-F89A-F8D980EFE5D7}"/>
          </ac:spMkLst>
        </pc:spChg>
        <pc:spChg chg="add del">
          <ac:chgData name="soundar S" userId="8675d19a1184806b" providerId="LiveId" clId="{75520274-61FC-4784-B7DA-DC9786C36CE6}" dt="2025-12-19T17:10:34.656" v="291" actId="478"/>
          <ac:spMkLst>
            <pc:docMk/>
            <pc:sldMk cId="49424682" sldId="264"/>
            <ac:spMk id="15" creationId="{140C6C5F-B284-F546-69FD-7D439C8ABCB4}"/>
          </ac:spMkLst>
        </pc:spChg>
        <pc:spChg chg="add del">
          <ac:chgData name="soundar S" userId="8675d19a1184806b" providerId="LiveId" clId="{75520274-61FC-4784-B7DA-DC9786C36CE6}" dt="2025-12-19T17:10:34.261" v="290" actId="478"/>
          <ac:spMkLst>
            <pc:docMk/>
            <pc:sldMk cId="49424682" sldId="264"/>
            <ac:spMk id="16" creationId="{9DEF7980-80F4-A725-7667-8698389145F4}"/>
          </ac:spMkLst>
        </pc:spChg>
        <pc:spChg chg="add">
          <ac:chgData name="soundar S" userId="8675d19a1184806b" providerId="LiveId" clId="{75520274-61FC-4784-B7DA-DC9786C36CE6}" dt="2025-12-19T17:10:42.270" v="295"/>
          <ac:spMkLst>
            <pc:docMk/>
            <pc:sldMk cId="49424682" sldId="264"/>
            <ac:spMk id="17" creationId="{4122B82B-2BD0-BEA6-3DBF-B6BDBF9B34CB}"/>
          </ac:spMkLst>
        </pc:spChg>
        <pc:spChg chg="add del mod">
          <ac:chgData name="soundar S" userId="8675d19a1184806b" providerId="LiveId" clId="{75520274-61FC-4784-B7DA-DC9786C36CE6}" dt="2025-12-19T17:11:41.262" v="304"/>
          <ac:spMkLst>
            <pc:docMk/>
            <pc:sldMk cId="49424682" sldId="264"/>
            <ac:spMk id="18" creationId="{50C4572C-4C00-50CA-4B78-EAB07BBFB99A}"/>
          </ac:spMkLst>
        </pc:spChg>
        <pc:spChg chg="add mod">
          <ac:chgData name="soundar S" userId="8675d19a1184806b" providerId="LiveId" clId="{75520274-61FC-4784-B7DA-DC9786C36CE6}" dt="2025-12-19T17:12:39.448" v="333" actId="1076"/>
          <ac:spMkLst>
            <pc:docMk/>
            <pc:sldMk cId="49424682" sldId="264"/>
            <ac:spMk id="19" creationId="{3905D467-12A6-D3A0-44A0-12EC9E632C5E}"/>
          </ac:spMkLst>
        </pc:spChg>
      </pc:sldChg>
      <pc:sldChg chg="modSp mod">
        <pc:chgData name="soundar S" userId="8675d19a1184806b" providerId="LiveId" clId="{75520274-61FC-4784-B7DA-DC9786C36CE6}" dt="2025-12-19T16:40:01.861" v="198" actId="255"/>
        <pc:sldMkLst>
          <pc:docMk/>
          <pc:sldMk cId="3805387204" sldId="265"/>
        </pc:sldMkLst>
        <pc:spChg chg="mod">
          <ac:chgData name="soundar S" userId="8675d19a1184806b" providerId="LiveId" clId="{75520274-61FC-4784-B7DA-DC9786C36CE6}" dt="2025-12-19T16:40:01.861" v="198" actId="255"/>
          <ac:spMkLst>
            <pc:docMk/>
            <pc:sldMk cId="3805387204" sldId="265"/>
            <ac:spMk id="2" creationId="{F8AD8196-9487-C22D-94FE-DED6D70E1D60}"/>
          </ac:spMkLst>
        </pc:spChg>
      </pc:sldChg>
      <pc:sldChg chg="modSp mod">
        <pc:chgData name="soundar S" userId="8675d19a1184806b" providerId="LiveId" clId="{75520274-61FC-4784-B7DA-DC9786C36CE6}" dt="2025-12-19T16:30:44.303" v="17" actId="1076"/>
        <pc:sldMkLst>
          <pc:docMk/>
          <pc:sldMk cId="690148446" sldId="266"/>
        </pc:sldMkLst>
        <pc:spChg chg="mod">
          <ac:chgData name="soundar S" userId="8675d19a1184806b" providerId="LiveId" clId="{75520274-61FC-4784-B7DA-DC9786C36CE6}" dt="2025-12-19T16:30:34.094" v="16" actId="1076"/>
          <ac:spMkLst>
            <pc:docMk/>
            <pc:sldMk cId="690148446" sldId="266"/>
            <ac:spMk id="10" creationId="{6C38B750-DBDE-4DA4-EC9D-11ABECF4B9B0}"/>
          </ac:spMkLst>
        </pc:spChg>
        <pc:spChg chg="mod">
          <ac:chgData name="soundar S" userId="8675d19a1184806b" providerId="LiveId" clId="{75520274-61FC-4784-B7DA-DC9786C36CE6}" dt="2025-12-19T16:30:44.303" v="17" actId="1076"/>
          <ac:spMkLst>
            <pc:docMk/>
            <pc:sldMk cId="690148446" sldId="266"/>
            <ac:spMk id="11" creationId="{D3A9A7C5-4445-CD30-554E-734A623BDC73}"/>
          </ac:spMkLst>
        </pc:spChg>
      </pc:sldChg>
      <pc:sldChg chg="modSp mod">
        <pc:chgData name="soundar S" userId="8675d19a1184806b" providerId="LiveId" clId="{75520274-61FC-4784-B7DA-DC9786C36CE6}" dt="2025-12-19T16:31:14.305" v="28" actId="14100"/>
        <pc:sldMkLst>
          <pc:docMk/>
          <pc:sldMk cId="4141097114" sldId="267"/>
        </pc:sldMkLst>
        <pc:spChg chg="mod">
          <ac:chgData name="soundar S" userId="8675d19a1184806b" providerId="LiveId" clId="{75520274-61FC-4784-B7DA-DC9786C36CE6}" dt="2025-12-19T16:31:01.688" v="26" actId="20577"/>
          <ac:spMkLst>
            <pc:docMk/>
            <pc:sldMk cId="4141097114" sldId="267"/>
            <ac:spMk id="8" creationId="{BC051C05-0F02-4C11-D463-2F6E91CB600A}"/>
          </ac:spMkLst>
        </pc:spChg>
        <pc:spChg chg="mod">
          <ac:chgData name="soundar S" userId="8675d19a1184806b" providerId="LiveId" clId="{75520274-61FC-4784-B7DA-DC9786C36CE6}" dt="2025-12-19T16:31:14.305" v="28" actId="14100"/>
          <ac:spMkLst>
            <pc:docMk/>
            <pc:sldMk cId="4141097114" sldId="267"/>
            <ac:spMk id="9" creationId="{EBE07FA1-F6BE-428E-264F-134B6E8E2B57}"/>
          </ac:spMkLst>
        </pc:spChg>
      </pc:sldChg>
      <pc:sldChg chg="modSp mod">
        <pc:chgData name="soundar S" userId="8675d19a1184806b" providerId="LiveId" clId="{75520274-61FC-4784-B7DA-DC9786C36CE6}" dt="2025-12-19T16:41:09.322" v="214" actId="1076"/>
        <pc:sldMkLst>
          <pc:docMk/>
          <pc:sldMk cId="2688610419" sldId="268"/>
        </pc:sldMkLst>
        <pc:spChg chg="mod">
          <ac:chgData name="soundar S" userId="8675d19a1184806b" providerId="LiveId" clId="{75520274-61FC-4784-B7DA-DC9786C36CE6}" dt="2025-12-19T16:40:57.457" v="212" actId="1076"/>
          <ac:spMkLst>
            <pc:docMk/>
            <pc:sldMk cId="2688610419" sldId="268"/>
            <ac:spMk id="2" creationId="{2A8E07BB-8EED-498A-8A79-A1C8CDAAA0E0}"/>
          </ac:spMkLst>
        </pc:spChg>
        <pc:spChg chg="mod">
          <ac:chgData name="soundar S" userId="8675d19a1184806b" providerId="LiveId" clId="{75520274-61FC-4784-B7DA-DC9786C36CE6}" dt="2025-12-19T16:41:09.322" v="214" actId="1076"/>
          <ac:spMkLst>
            <pc:docMk/>
            <pc:sldMk cId="2688610419" sldId="268"/>
            <ac:spMk id="4" creationId="{F1E29E45-D60D-6833-DC9F-C742D5251586}"/>
          </ac:spMkLst>
        </pc:spChg>
        <pc:picChg chg="mod">
          <ac:chgData name="soundar S" userId="8675d19a1184806b" providerId="LiveId" clId="{75520274-61FC-4784-B7DA-DC9786C36CE6}" dt="2025-12-19T16:41:01.250" v="213" actId="1076"/>
          <ac:picMkLst>
            <pc:docMk/>
            <pc:sldMk cId="2688610419" sldId="268"/>
            <ac:picMk id="6146" creationId="{F748BE78-5A7C-B579-BC7A-EB1DB5D486F1}"/>
          </ac:picMkLst>
        </pc:picChg>
      </pc:sldChg>
      <pc:sldChg chg="modSp mod">
        <pc:chgData name="soundar S" userId="8675d19a1184806b" providerId="LiveId" clId="{75520274-61FC-4784-B7DA-DC9786C36CE6}" dt="2025-12-19T16:41:48.650" v="226" actId="1076"/>
        <pc:sldMkLst>
          <pc:docMk/>
          <pc:sldMk cId="1615273133" sldId="269"/>
        </pc:sldMkLst>
        <pc:spChg chg="mod">
          <ac:chgData name="soundar S" userId="8675d19a1184806b" providerId="LiveId" clId="{75520274-61FC-4784-B7DA-DC9786C36CE6}" dt="2025-12-19T16:41:48.650" v="226" actId="1076"/>
          <ac:spMkLst>
            <pc:docMk/>
            <pc:sldMk cId="1615273133" sldId="269"/>
            <ac:spMk id="4" creationId="{3DCF9E9F-2AA2-69D0-BE6B-5E9252A6D863}"/>
          </ac:spMkLst>
        </pc:spChg>
      </pc:sldChg>
      <pc:sldChg chg="modSp mod">
        <pc:chgData name="soundar S" userId="8675d19a1184806b" providerId="LiveId" clId="{75520274-61FC-4784-B7DA-DC9786C36CE6}" dt="2025-12-19T16:42:40.429" v="240" actId="1076"/>
        <pc:sldMkLst>
          <pc:docMk/>
          <pc:sldMk cId="3425145009" sldId="270"/>
        </pc:sldMkLst>
        <pc:spChg chg="mod">
          <ac:chgData name="soundar S" userId="8675d19a1184806b" providerId="LiveId" clId="{75520274-61FC-4784-B7DA-DC9786C36CE6}" dt="2025-12-19T16:42:40.429" v="240" actId="1076"/>
          <ac:spMkLst>
            <pc:docMk/>
            <pc:sldMk cId="3425145009" sldId="270"/>
            <ac:spMk id="4" creationId="{FA8F909F-9835-C22A-C26E-6B966B62C8C9}"/>
          </ac:spMkLst>
        </pc:spChg>
      </pc:sldChg>
      <pc:sldChg chg="addSp delSp modSp mod">
        <pc:chgData name="soundar S" userId="8675d19a1184806b" providerId="LiveId" clId="{75520274-61FC-4784-B7DA-DC9786C36CE6}" dt="2025-12-19T17:14:46.332" v="355" actId="1076"/>
        <pc:sldMkLst>
          <pc:docMk/>
          <pc:sldMk cId="1995161640" sldId="271"/>
        </pc:sldMkLst>
        <pc:spChg chg="del mod">
          <ac:chgData name="soundar S" userId="8675d19a1184806b" providerId="LiveId" clId="{75520274-61FC-4784-B7DA-DC9786C36CE6}" dt="2025-12-19T16:43:00.619" v="252" actId="478"/>
          <ac:spMkLst>
            <pc:docMk/>
            <pc:sldMk cId="1995161640" sldId="271"/>
            <ac:spMk id="2" creationId="{B8D787CF-D56F-E46E-5F07-33652CCDA04F}"/>
          </ac:spMkLst>
        </pc:spChg>
        <pc:spChg chg="mod">
          <ac:chgData name="soundar S" userId="8675d19a1184806b" providerId="LiveId" clId="{75520274-61FC-4784-B7DA-DC9786C36CE6}" dt="2025-12-19T17:14:46.332" v="355" actId="1076"/>
          <ac:spMkLst>
            <pc:docMk/>
            <pc:sldMk cId="1995161640" sldId="271"/>
            <ac:spMk id="4" creationId="{696E54C9-6FC9-5057-5BF5-F37302AE0689}"/>
          </ac:spMkLst>
        </pc:spChg>
        <pc:spChg chg="add del mod">
          <ac:chgData name="soundar S" userId="8675d19a1184806b" providerId="LiveId" clId="{75520274-61FC-4784-B7DA-DC9786C36CE6}" dt="2025-12-19T16:43:03.870" v="253" actId="478"/>
          <ac:spMkLst>
            <pc:docMk/>
            <pc:sldMk cId="1995161640" sldId="271"/>
            <ac:spMk id="5" creationId="{02149B15-F2C8-55B2-1105-C817B0CDF41A}"/>
          </ac:spMkLst>
        </pc:spChg>
        <pc:spChg chg="add del mod">
          <ac:chgData name="soundar S" userId="8675d19a1184806b" providerId="LiveId" clId="{75520274-61FC-4784-B7DA-DC9786C36CE6}" dt="2025-12-19T17:13:32.356" v="338" actId="478"/>
          <ac:spMkLst>
            <pc:docMk/>
            <pc:sldMk cId="1995161640" sldId="271"/>
            <ac:spMk id="6" creationId="{EE8CF8F4-30B6-B500-C455-58DE252B7708}"/>
          </ac:spMkLst>
        </pc:spChg>
        <pc:spChg chg="add mod">
          <ac:chgData name="soundar S" userId="8675d19a1184806b" providerId="LiveId" clId="{75520274-61FC-4784-B7DA-DC9786C36CE6}" dt="2025-12-19T17:14:35.721" v="354" actId="15"/>
          <ac:spMkLst>
            <pc:docMk/>
            <pc:sldMk cId="1995161640" sldId="271"/>
            <ac:spMk id="7" creationId="{3152F051-DB0D-6575-809D-B6912FA8712F}"/>
          </ac:spMkLst>
        </pc:spChg>
      </pc:sldChg>
      <pc:sldChg chg="modSp mod">
        <pc:chgData name="soundar S" userId="8675d19a1184806b" providerId="LiveId" clId="{75520274-61FC-4784-B7DA-DC9786C36CE6}" dt="2025-12-19T17:15:28.379" v="361" actId="20577"/>
        <pc:sldMkLst>
          <pc:docMk/>
          <pc:sldMk cId="797768224" sldId="272"/>
        </pc:sldMkLst>
        <pc:spChg chg="mod">
          <ac:chgData name="soundar S" userId="8675d19a1184806b" providerId="LiveId" clId="{75520274-61FC-4784-B7DA-DC9786C36CE6}" dt="2025-12-19T17:15:08.140" v="356" actId="255"/>
          <ac:spMkLst>
            <pc:docMk/>
            <pc:sldMk cId="797768224" sldId="272"/>
            <ac:spMk id="2" creationId="{563495F2-453E-9BBF-FA06-42C0FEC2E851}"/>
          </ac:spMkLst>
        </pc:spChg>
        <pc:spChg chg="mod">
          <ac:chgData name="soundar S" userId="8675d19a1184806b" providerId="LiveId" clId="{75520274-61FC-4784-B7DA-DC9786C36CE6}" dt="2025-12-19T17:15:28.379" v="361" actId="20577"/>
          <ac:spMkLst>
            <pc:docMk/>
            <pc:sldMk cId="797768224" sldId="272"/>
            <ac:spMk id="3" creationId="{940800C6-026A-87D6-5661-E0790B8DB825}"/>
          </ac:spMkLst>
        </pc:spChg>
      </pc:sldChg>
      <pc:sldChg chg="modSp mod">
        <pc:chgData name="soundar S" userId="8675d19a1184806b" providerId="LiveId" clId="{75520274-61FC-4784-B7DA-DC9786C36CE6}" dt="2025-12-19T17:17:44.584" v="387" actId="1076"/>
        <pc:sldMkLst>
          <pc:docMk/>
          <pc:sldMk cId="1908139439" sldId="273"/>
        </pc:sldMkLst>
        <pc:spChg chg="mod">
          <ac:chgData name="soundar S" userId="8675d19a1184806b" providerId="LiveId" clId="{75520274-61FC-4784-B7DA-DC9786C36CE6}" dt="2025-12-19T17:17:44.584" v="387" actId="1076"/>
          <ac:spMkLst>
            <pc:docMk/>
            <pc:sldMk cId="1908139439" sldId="273"/>
            <ac:spMk id="4" creationId="{D058F405-619D-C1D8-A44B-E3E8D27B59C0}"/>
          </ac:spMkLst>
        </pc:spChg>
        <pc:picChg chg="mod">
          <ac:chgData name="soundar S" userId="8675d19a1184806b" providerId="LiveId" clId="{75520274-61FC-4784-B7DA-DC9786C36CE6}" dt="2025-12-19T17:17:39.890" v="386" actId="1076"/>
          <ac:picMkLst>
            <pc:docMk/>
            <pc:sldMk cId="1908139439" sldId="273"/>
            <ac:picMk id="11266" creationId="{F939680A-6E08-364D-66BC-1968E89969D9}"/>
          </ac:picMkLst>
        </pc:picChg>
      </pc:sldChg>
      <pc:sldChg chg="modSp mod">
        <pc:chgData name="soundar S" userId="8675d19a1184806b" providerId="LiveId" clId="{75520274-61FC-4784-B7DA-DC9786C36CE6}" dt="2025-12-19T17:17:05.136" v="379" actId="1076"/>
        <pc:sldMkLst>
          <pc:docMk/>
          <pc:sldMk cId="3097811509" sldId="274"/>
        </pc:sldMkLst>
        <pc:spChg chg="mod">
          <ac:chgData name="soundar S" userId="8675d19a1184806b" providerId="LiveId" clId="{75520274-61FC-4784-B7DA-DC9786C36CE6}" dt="2025-12-19T17:17:05.136" v="379" actId="1076"/>
          <ac:spMkLst>
            <pc:docMk/>
            <pc:sldMk cId="3097811509" sldId="274"/>
            <ac:spMk id="4" creationId="{9417C7F7-D5D6-D499-F0C8-19ADDFA1FC48}"/>
          </ac:spMkLst>
        </pc:spChg>
      </pc:sldChg>
      <pc:sldChg chg="addSp delSp modSp mod">
        <pc:chgData name="soundar S" userId="8675d19a1184806b" providerId="LiveId" clId="{75520274-61FC-4784-B7DA-DC9786C36CE6}" dt="2025-12-19T17:20:43.684" v="465" actId="255"/>
        <pc:sldMkLst>
          <pc:docMk/>
          <pc:sldMk cId="3790306343" sldId="275"/>
        </pc:sldMkLst>
        <pc:spChg chg="del">
          <ac:chgData name="soundar S" userId="8675d19a1184806b" providerId="LiveId" clId="{75520274-61FC-4784-B7DA-DC9786C36CE6}" dt="2025-12-19T17:18:01.352" v="388" actId="478"/>
          <ac:spMkLst>
            <pc:docMk/>
            <pc:sldMk cId="3790306343" sldId="275"/>
            <ac:spMk id="2" creationId="{A4265839-3574-402D-6386-C418BA15B799}"/>
          </ac:spMkLst>
        </pc:spChg>
        <pc:spChg chg="mod">
          <ac:chgData name="soundar S" userId="8675d19a1184806b" providerId="LiveId" clId="{75520274-61FC-4784-B7DA-DC9786C36CE6}" dt="2025-12-19T17:18:36.178" v="401" actId="1076"/>
          <ac:spMkLst>
            <pc:docMk/>
            <pc:sldMk cId="3790306343" sldId="275"/>
            <ac:spMk id="4" creationId="{019B04C6-5FF4-C87D-6CF9-DDB7619934E8}"/>
          </ac:spMkLst>
        </pc:spChg>
        <pc:spChg chg="add del mod">
          <ac:chgData name="soundar S" userId="8675d19a1184806b" providerId="LiveId" clId="{75520274-61FC-4784-B7DA-DC9786C36CE6}" dt="2025-12-19T17:18:05.013" v="389" actId="478"/>
          <ac:spMkLst>
            <pc:docMk/>
            <pc:sldMk cId="3790306343" sldId="275"/>
            <ac:spMk id="5" creationId="{67A72AC9-F007-5F68-A98A-FE634F6D493D}"/>
          </ac:spMkLst>
        </pc:spChg>
        <pc:spChg chg="add del mod">
          <ac:chgData name="soundar S" userId="8675d19a1184806b" providerId="LiveId" clId="{75520274-61FC-4784-B7DA-DC9786C36CE6}" dt="2025-12-19T17:19:20.110" v="424" actId="478"/>
          <ac:spMkLst>
            <pc:docMk/>
            <pc:sldMk cId="3790306343" sldId="275"/>
            <ac:spMk id="6" creationId="{2E296F53-73F4-02A0-916C-E4EB5B63FF2B}"/>
          </ac:spMkLst>
        </pc:spChg>
        <pc:spChg chg="add mod">
          <ac:chgData name="soundar S" userId="8675d19a1184806b" providerId="LiveId" clId="{75520274-61FC-4784-B7DA-DC9786C36CE6}" dt="2025-12-19T17:20:43.684" v="465" actId="255"/>
          <ac:spMkLst>
            <pc:docMk/>
            <pc:sldMk cId="3790306343" sldId="275"/>
            <ac:spMk id="7" creationId="{1EC3290C-61A0-FF88-CECC-66044EC3567B}"/>
          </ac:spMkLst>
        </pc:spChg>
      </pc:sldChg>
      <pc:sldChg chg="modSp mod">
        <pc:chgData name="soundar S" userId="8675d19a1184806b" providerId="LiveId" clId="{75520274-61FC-4784-B7DA-DC9786C36CE6}" dt="2025-12-19T17:21:29.745" v="471" actId="1076"/>
        <pc:sldMkLst>
          <pc:docMk/>
          <pc:sldMk cId="3189813500" sldId="276"/>
        </pc:sldMkLst>
        <pc:spChg chg="mod">
          <ac:chgData name="soundar S" userId="8675d19a1184806b" providerId="LiveId" clId="{75520274-61FC-4784-B7DA-DC9786C36CE6}" dt="2025-12-19T17:20:58.892" v="467" actId="20577"/>
          <ac:spMkLst>
            <pc:docMk/>
            <pc:sldMk cId="3189813500" sldId="276"/>
            <ac:spMk id="2" creationId="{F5B6213A-9145-EC71-B23E-4533BE9C7EAB}"/>
          </ac:spMkLst>
        </pc:spChg>
        <pc:spChg chg="mod">
          <ac:chgData name="soundar S" userId="8675d19a1184806b" providerId="LiveId" clId="{75520274-61FC-4784-B7DA-DC9786C36CE6}" dt="2025-12-19T17:21:29.745" v="471" actId="1076"/>
          <ac:spMkLst>
            <pc:docMk/>
            <pc:sldMk cId="3189813500" sldId="276"/>
            <ac:spMk id="3" creationId="{11705E4A-2B9D-C48C-9733-D48F47CDCD42}"/>
          </ac:spMkLst>
        </pc:spChg>
      </pc:sldChg>
      <pc:sldChg chg="modSp mod">
        <pc:chgData name="soundar S" userId="8675d19a1184806b" providerId="LiveId" clId="{75520274-61FC-4784-B7DA-DC9786C36CE6}" dt="2025-12-19T17:22:01.674" v="481" actId="14100"/>
        <pc:sldMkLst>
          <pc:docMk/>
          <pc:sldMk cId="483003082" sldId="277"/>
        </pc:sldMkLst>
        <pc:spChg chg="mod">
          <ac:chgData name="soundar S" userId="8675d19a1184806b" providerId="LiveId" clId="{75520274-61FC-4784-B7DA-DC9786C36CE6}" dt="2025-12-19T17:22:01.674" v="481" actId="14100"/>
          <ac:spMkLst>
            <pc:docMk/>
            <pc:sldMk cId="483003082" sldId="277"/>
            <ac:spMk id="3" creationId="{DF283B13-0B36-1493-4790-408485D24519}"/>
          </ac:spMkLst>
        </pc:spChg>
      </pc:sldChg>
      <pc:sldChg chg="addSp delSp modSp mod">
        <pc:chgData name="soundar S" userId="8675d19a1184806b" providerId="LiveId" clId="{75520274-61FC-4784-B7DA-DC9786C36CE6}" dt="2025-12-19T17:24:26.766" v="533" actId="14100"/>
        <pc:sldMkLst>
          <pc:docMk/>
          <pc:sldMk cId="949513669" sldId="278"/>
        </pc:sldMkLst>
        <pc:spChg chg="del">
          <ac:chgData name="soundar S" userId="8675d19a1184806b" providerId="LiveId" clId="{75520274-61FC-4784-B7DA-DC9786C36CE6}" dt="2025-12-19T17:22:17.118" v="482" actId="478"/>
          <ac:spMkLst>
            <pc:docMk/>
            <pc:sldMk cId="949513669" sldId="278"/>
            <ac:spMk id="2" creationId="{6CB9CB0A-553B-2D6A-2136-CDECC7BEDBDC}"/>
          </ac:spMkLst>
        </pc:spChg>
        <pc:spChg chg="mod">
          <ac:chgData name="soundar S" userId="8675d19a1184806b" providerId="LiveId" clId="{75520274-61FC-4784-B7DA-DC9786C36CE6}" dt="2025-12-19T17:23:07.319" v="496" actId="1076"/>
          <ac:spMkLst>
            <pc:docMk/>
            <pc:sldMk cId="949513669" sldId="278"/>
            <ac:spMk id="4" creationId="{10312F79-5680-FB8A-216A-5A5C56FC3643}"/>
          </ac:spMkLst>
        </pc:spChg>
        <pc:spChg chg="add del mod">
          <ac:chgData name="soundar S" userId="8675d19a1184806b" providerId="LiveId" clId="{75520274-61FC-4784-B7DA-DC9786C36CE6}" dt="2025-12-19T17:22:20.637" v="483" actId="478"/>
          <ac:spMkLst>
            <pc:docMk/>
            <pc:sldMk cId="949513669" sldId="278"/>
            <ac:spMk id="5" creationId="{A19DB2C8-20D6-939F-9155-E28C930A492F}"/>
          </ac:spMkLst>
        </pc:spChg>
        <pc:spChg chg="add del mod">
          <ac:chgData name="soundar S" userId="8675d19a1184806b" providerId="LiveId" clId="{75520274-61FC-4784-B7DA-DC9786C36CE6}" dt="2025-12-19T17:23:28.280" v="500" actId="478"/>
          <ac:spMkLst>
            <pc:docMk/>
            <pc:sldMk cId="949513669" sldId="278"/>
            <ac:spMk id="6" creationId="{65EDF7C1-A6C1-EEEF-293B-DB8A0870EB6F}"/>
          </ac:spMkLst>
        </pc:spChg>
        <pc:spChg chg="add del mod">
          <ac:chgData name="soundar S" userId="8675d19a1184806b" providerId="LiveId" clId="{75520274-61FC-4784-B7DA-DC9786C36CE6}" dt="2025-12-19T17:24:26.766" v="533" actId="14100"/>
          <ac:spMkLst>
            <pc:docMk/>
            <pc:sldMk cId="949513669" sldId="278"/>
            <ac:spMk id="7" creationId="{1E96F32A-014C-2607-35FB-C2836B6CE692}"/>
          </ac:spMkLst>
        </pc:spChg>
      </pc:sldChg>
      <pc:sldChg chg="modSp mod">
        <pc:chgData name="soundar S" userId="8675d19a1184806b" providerId="LiveId" clId="{75520274-61FC-4784-B7DA-DC9786C36CE6}" dt="2025-12-19T17:34:00.968" v="561" actId="14100"/>
        <pc:sldMkLst>
          <pc:docMk/>
          <pc:sldMk cId="460489373" sldId="279"/>
        </pc:sldMkLst>
        <pc:spChg chg="mod">
          <ac:chgData name="soundar S" userId="8675d19a1184806b" providerId="LiveId" clId="{75520274-61FC-4784-B7DA-DC9786C36CE6}" dt="2025-12-19T17:25:35.399" v="543" actId="313"/>
          <ac:spMkLst>
            <pc:docMk/>
            <pc:sldMk cId="460489373" sldId="279"/>
            <ac:spMk id="2" creationId="{CB35D7BB-3864-EC69-B557-D324D2BE363B}"/>
          </ac:spMkLst>
        </pc:spChg>
        <pc:spChg chg="mod">
          <ac:chgData name="soundar S" userId="8675d19a1184806b" providerId="LiveId" clId="{75520274-61FC-4784-B7DA-DC9786C36CE6}" dt="2025-12-19T17:34:00.968" v="561" actId="14100"/>
          <ac:spMkLst>
            <pc:docMk/>
            <pc:sldMk cId="460489373" sldId="279"/>
            <ac:spMk id="3" creationId="{4F1C5820-9B52-967B-AEBA-E63D978729A9}"/>
          </ac:spMkLst>
        </pc:spChg>
        <pc:picChg chg="mod">
          <ac:chgData name="soundar S" userId="8675d19a1184806b" providerId="LiveId" clId="{75520274-61FC-4784-B7DA-DC9786C36CE6}" dt="2025-12-19T17:33:55.981" v="559" actId="14100"/>
          <ac:picMkLst>
            <pc:docMk/>
            <pc:sldMk cId="460489373" sldId="279"/>
            <ac:picMk id="16386" creationId="{5A1B6D0B-2DDC-092A-DB4E-4989B2C75ACF}"/>
          </ac:picMkLst>
        </pc:picChg>
      </pc:sldChg>
      <pc:sldChg chg="addSp delSp modSp mod">
        <pc:chgData name="soundar S" userId="8675d19a1184806b" providerId="LiveId" clId="{75520274-61FC-4784-B7DA-DC9786C36CE6}" dt="2025-12-19T17:37:01.681" v="615" actId="14100"/>
        <pc:sldMkLst>
          <pc:docMk/>
          <pc:sldMk cId="2994581823" sldId="280"/>
        </pc:sldMkLst>
        <pc:spChg chg="del">
          <ac:chgData name="soundar S" userId="8675d19a1184806b" providerId="LiveId" clId="{75520274-61FC-4784-B7DA-DC9786C36CE6}" dt="2025-12-19T17:34:40.985" v="571" actId="478"/>
          <ac:spMkLst>
            <pc:docMk/>
            <pc:sldMk cId="2994581823" sldId="280"/>
            <ac:spMk id="2" creationId="{FD61E144-CB88-88EE-A5B3-F6146947C4D8}"/>
          </ac:spMkLst>
        </pc:spChg>
        <pc:spChg chg="mod">
          <ac:chgData name="soundar S" userId="8675d19a1184806b" providerId="LiveId" clId="{75520274-61FC-4784-B7DA-DC9786C36CE6}" dt="2025-12-19T17:36:51.043" v="613" actId="1076"/>
          <ac:spMkLst>
            <pc:docMk/>
            <pc:sldMk cId="2994581823" sldId="280"/>
            <ac:spMk id="4" creationId="{675E49C5-9BBB-D0DC-ACE3-965187A8BC86}"/>
          </ac:spMkLst>
        </pc:spChg>
        <pc:spChg chg="add del mod">
          <ac:chgData name="soundar S" userId="8675d19a1184806b" providerId="LiveId" clId="{75520274-61FC-4784-B7DA-DC9786C36CE6}" dt="2025-12-19T17:34:44.911" v="572" actId="478"/>
          <ac:spMkLst>
            <pc:docMk/>
            <pc:sldMk cId="2994581823" sldId="280"/>
            <ac:spMk id="5" creationId="{C585B78E-C188-6A91-A0FE-22696C3F3EED}"/>
          </ac:spMkLst>
        </pc:spChg>
        <pc:spChg chg="add del mod">
          <ac:chgData name="soundar S" userId="8675d19a1184806b" providerId="LiveId" clId="{75520274-61FC-4784-B7DA-DC9786C36CE6}" dt="2025-12-19T17:35:39" v="577"/>
          <ac:spMkLst>
            <pc:docMk/>
            <pc:sldMk cId="2994581823" sldId="280"/>
            <ac:spMk id="6" creationId="{5B0E3DD9-6A5D-F9CC-CAFC-375040431984}"/>
          </ac:spMkLst>
        </pc:spChg>
        <pc:spChg chg="add mod">
          <ac:chgData name="soundar S" userId="8675d19a1184806b" providerId="LiveId" clId="{75520274-61FC-4784-B7DA-DC9786C36CE6}" dt="2025-12-19T17:37:01.681" v="615" actId="14100"/>
          <ac:spMkLst>
            <pc:docMk/>
            <pc:sldMk cId="2994581823" sldId="280"/>
            <ac:spMk id="7" creationId="{5895AD0F-838F-853E-2DCC-05CC03B7F60A}"/>
          </ac:spMkLst>
        </pc:spChg>
      </pc:sldChg>
      <pc:sldChg chg="modSp mod">
        <pc:chgData name="soundar S" userId="8675d19a1184806b" providerId="LiveId" clId="{75520274-61FC-4784-B7DA-DC9786C36CE6}" dt="2025-12-19T17:38:28.729" v="628" actId="14100"/>
        <pc:sldMkLst>
          <pc:docMk/>
          <pc:sldMk cId="3505011663" sldId="281"/>
        </pc:sldMkLst>
        <pc:spChg chg="mod">
          <ac:chgData name="soundar S" userId="8675d19a1184806b" providerId="LiveId" clId="{75520274-61FC-4784-B7DA-DC9786C36CE6}" dt="2025-12-19T17:37:52.252" v="621" actId="1076"/>
          <ac:spMkLst>
            <pc:docMk/>
            <pc:sldMk cId="3505011663" sldId="281"/>
            <ac:spMk id="2" creationId="{5B5CF4F2-5940-BDA9-2869-2F358AB9325F}"/>
          </ac:spMkLst>
        </pc:spChg>
        <pc:spChg chg="mod">
          <ac:chgData name="soundar S" userId="8675d19a1184806b" providerId="LiveId" clId="{75520274-61FC-4784-B7DA-DC9786C36CE6}" dt="2025-12-19T17:38:28.729" v="628" actId="14100"/>
          <ac:spMkLst>
            <pc:docMk/>
            <pc:sldMk cId="3505011663" sldId="281"/>
            <ac:spMk id="3" creationId="{667E0D25-1F19-127B-1B8D-0DEDEF5B04E9}"/>
          </ac:spMkLst>
        </pc:spChg>
        <pc:picChg chg="mod">
          <ac:chgData name="soundar S" userId="8675d19a1184806b" providerId="LiveId" clId="{75520274-61FC-4784-B7DA-DC9786C36CE6}" dt="2025-12-19T17:38:21.803" v="626" actId="1076"/>
          <ac:picMkLst>
            <pc:docMk/>
            <pc:sldMk cId="3505011663" sldId="281"/>
            <ac:picMk id="18434" creationId="{C02DD434-A747-81C2-0755-3AA75A359A7F}"/>
          </ac:picMkLst>
        </pc:picChg>
      </pc:sldChg>
      <pc:sldChg chg="modSp mod">
        <pc:chgData name="soundar S" userId="8675d19a1184806b" providerId="LiveId" clId="{75520274-61FC-4784-B7DA-DC9786C36CE6}" dt="2025-12-19T17:40:17.747" v="646" actId="14100"/>
        <pc:sldMkLst>
          <pc:docMk/>
          <pc:sldMk cId="774807568" sldId="282"/>
        </pc:sldMkLst>
        <pc:spChg chg="mod">
          <ac:chgData name="soundar S" userId="8675d19a1184806b" providerId="LiveId" clId="{75520274-61FC-4784-B7DA-DC9786C36CE6}" dt="2025-12-19T17:40:03.901" v="643" actId="1076"/>
          <ac:spMkLst>
            <pc:docMk/>
            <pc:sldMk cId="774807568" sldId="282"/>
            <ac:spMk id="3" creationId="{D892595A-8BB1-D068-0AED-EDCC20B71F49}"/>
          </ac:spMkLst>
        </pc:spChg>
        <pc:picChg chg="mod">
          <ac:chgData name="soundar S" userId="8675d19a1184806b" providerId="LiveId" clId="{75520274-61FC-4784-B7DA-DC9786C36CE6}" dt="2025-12-19T17:40:17.747" v="646" actId="14100"/>
          <ac:picMkLst>
            <pc:docMk/>
            <pc:sldMk cId="774807568" sldId="282"/>
            <ac:picMk id="19458" creationId="{75537CFB-B84A-BA32-BBA4-DBCD50C7A5F2}"/>
          </ac:picMkLst>
        </pc:picChg>
      </pc:sldChg>
      <pc:sldChg chg="modSp mod">
        <pc:chgData name="soundar S" userId="8675d19a1184806b" providerId="LiveId" clId="{75520274-61FC-4784-B7DA-DC9786C36CE6}" dt="2025-12-19T17:42:02.048" v="670" actId="14100"/>
        <pc:sldMkLst>
          <pc:docMk/>
          <pc:sldMk cId="4242252501" sldId="283"/>
        </pc:sldMkLst>
        <pc:spChg chg="mod">
          <ac:chgData name="soundar S" userId="8675d19a1184806b" providerId="LiveId" clId="{75520274-61FC-4784-B7DA-DC9786C36CE6}" dt="2025-12-19T17:41:52.647" v="668" actId="1076"/>
          <ac:spMkLst>
            <pc:docMk/>
            <pc:sldMk cId="4242252501" sldId="283"/>
            <ac:spMk id="3" creationId="{CD28D42B-7AB0-A68E-DDB5-19512C08DFA3}"/>
          </ac:spMkLst>
        </pc:spChg>
        <pc:picChg chg="mod">
          <ac:chgData name="soundar S" userId="8675d19a1184806b" providerId="LiveId" clId="{75520274-61FC-4784-B7DA-DC9786C36CE6}" dt="2025-12-19T17:42:02.048" v="670" actId="14100"/>
          <ac:picMkLst>
            <pc:docMk/>
            <pc:sldMk cId="4242252501" sldId="283"/>
            <ac:picMk id="20482" creationId="{93BD7AA7-1B09-A10A-3FE0-24D86004408E}"/>
          </ac:picMkLst>
        </pc:picChg>
      </pc:sldChg>
      <pc:sldChg chg="modSp mod">
        <pc:chgData name="soundar S" userId="8675d19a1184806b" providerId="LiveId" clId="{75520274-61FC-4784-B7DA-DC9786C36CE6}" dt="2025-12-19T17:43:01.873" v="680" actId="12"/>
        <pc:sldMkLst>
          <pc:docMk/>
          <pc:sldMk cId="2184225402" sldId="284"/>
        </pc:sldMkLst>
        <pc:spChg chg="mod">
          <ac:chgData name="soundar S" userId="8675d19a1184806b" providerId="LiveId" clId="{75520274-61FC-4784-B7DA-DC9786C36CE6}" dt="2025-12-19T17:43:01.873" v="680" actId="12"/>
          <ac:spMkLst>
            <pc:docMk/>
            <pc:sldMk cId="2184225402" sldId="284"/>
            <ac:spMk id="3" creationId="{2DF39830-1953-98A0-DF07-C06112EC0778}"/>
          </ac:spMkLst>
        </pc:spChg>
        <pc:picChg chg="mod">
          <ac:chgData name="soundar S" userId="8675d19a1184806b" providerId="LiveId" clId="{75520274-61FC-4784-B7DA-DC9786C36CE6}" dt="2025-12-19T17:42:40.342" v="676" actId="1076"/>
          <ac:picMkLst>
            <pc:docMk/>
            <pc:sldMk cId="2184225402" sldId="284"/>
            <ac:picMk id="21506" creationId="{8B792D87-BAD3-11A2-20A3-AD38C443ECBF}"/>
          </ac:picMkLst>
        </pc:picChg>
      </pc:sldChg>
      <pc:sldChg chg="addSp delSp modSp mod">
        <pc:chgData name="soundar S" userId="8675d19a1184806b" providerId="LiveId" clId="{75520274-61FC-4784-B7DA-DC9786C36CE6}" dt="2025-12-19T17:45:25.164" v="730" actId="255"/>
        <pc:sldMkLst>
          <pc:docMk/>
          <pc:sldMk cId="3647547272" sldId="285"/>
        </pc:sldMkLst>
        <pc:spChg chg="del">
          <ac:chgData name="soundar S" userId="8675d19a1184806b" providerId="LiveId" clId="{75520274-61FC-4784-B7DA-DC9786C36CE6}" dt="2025-12-19T17:43:44.304" v="685" actId="478"/>
          <ac:spMkLst>
            <pc:docMk/>
            <pc:sldMk cId="3647547272" sldId="285"/>
            <ac:spMk id="2" creationId="{5B869163-2661-08FD-69BA-F703F2353543}"/>
          </ac:spMkLst>
        </pc:spChg>
        <pc:spChg chg="add del mod">
          <ac:chgData name="soundar S" userId="8675d19a1184806b" providerId="LiveId" clId="{75520274-61FC-4784-B7DA-DC9786C36CE6}" dt="2025-12-19T17:43:44.304" v="687"/>
          <ac:spMkLst>
            <pc:docMk/>
            <pc:sldMk cId="3647547272" sldId="285"/>
            <ac:spMk id="3" creationId="{3C7FBBA9-0588-F2D6-EE9E-E7F6580C7569}"/>
          </ac:spMkLst>
        </pc:spChg>
        <pc:spChg chg="mod">
          <ac:chgData name="soundar S" userId="8675d19a1184806b" providerId="LiveId" clId="{75520274-61FC-4784-B7DA-DC9786C36CE6}" dt="2025-12-19T17:45:25.164" v="730" actId="255"/>
          <ac:spMkLst>
            <pc:docMk/>
            <pc:sldMk cId="3647547272" sldId="285"/>
            <ac:spMk id="4" creationId="{6D112F26-89EB-FE71-9EEA-559E0F55C8F8}"/>
          </ac:spMkLst>
        </pc:spChg>
        <pc:spChg chg="add mod">
          <ac:chgData name="soundar S" userId="8675d19a1184806b" providerId="LiveId" clId="{75520274-61FC-4784-B7DA-DC9786C36CE6}" dt="2025-12-19T17:45:21.696" v="729" actId="1076"/>
          <ac:spMkLst>
            <pc:docMk/>
            <pc:sldMk cId="3647547272" sldId="285"/>
            <ac:spMk id="5" creationId="{11BE1B4A-DBE1-F847-AC1D-D76FCAAB35DA}"/>
          </ac:spMkLst>
        </pc:spChg>
        <pc:spChg chg="add del mod">
          <ac:chgData name="soundar S" userId="8675d19a1184806b" providerId="LiveId" clId="{75520274-61FC-4784-B7DA-DC9786C36CE6}" dt="2025-12-19T17:43:46.373" v="688" actId="478"/>
          <ac:spMkLst>
            <pc:docMk/>
            <pc:sldMk cId="3647547272" sldId="285"/>
            <ac:spMk id="7" creationId="{082C76CF-9B36-3B4D-4094-61B97E4DE833}"/>
          </ac:spMkLst>
        </pc:spChg>
      </pc:sldChg>
      <pc:sldChg chg="modSp mod">
        <pc:chgData name="soundar S" userId="8675d19a1184806b" providerId="LiveId" clId="{75520274-61FC-4784-B7DA-DC9786C36CE6}" dt="2025-12-19T17:45:52.383" v="734" actId="1076"/>
        <pc:sldMkLst>
          <pc:docMk/>
          <pc:sldMk cId="2544088319" sldId="286"/>
        </pc:sldMkLst>
        <pc:spChg chg="mod">
          <ac:chgData name="soundar S" userId="8675d19a1184806b" providerId="LiveId" clId="{75520274-61FC-4784-B7DA-DC9786C36CE6}" dt="2025-12-19T17:45:52.383" v="734" actId="1076"/>
          <ac:spMkLst>
            <pc:docMk/>
            <pc:sldMk cId="2544088319" sldId="286"/>
            <ac:spMk id="2" creationId="{7F68DB77-5043-4E6D-AF2C-5A1EC1F0D282}"/>
          </ac:spMkLst>
        </pc:spChg>
      </pc:sldChg>
      <pc:sldChg chg="addSp delSp modSp mod">
        <pc:chgData name="soundar S" userId="8675d19a1184806b" providerId="LiveId" clId="{75520274-61FC-4784-B7DA-DC9786C36CE6}" dt="2025-12-19T17:48:24.430" v="780" actId="1076"/>
        <pc:sldMkLst>
          <pc:docMk/>
          <pc:sldMk cId="994180968" sldId="287"/>
        </pc:sldMkLst>
        <pc:spChg chg="add del mod">
          <ac:chgData name="soundar S" userId="8675d19a1184806b" providerId="LiveId" clId="{75520274-61FC-4784-B7DA-DC9786C36CE6}" dt="2025-12-19T17:47:58.075" v="773"/>
          <ac:spMkLst>
            <pc:docMk/>
            <pc:sldMk cId="994180968" sldId="287"/>
            <ac:spMk id="2" creationId="{AB753A64-B4F3-B66B-BE1B-7DBABAD8B3DB}"/>
          </ac:spMkLst>
        </pc:spChg>
        <pc:spChg chg="add mod">
          <ac:chgData name="soundar S" userId="8675d19a1184806b" providerId="LiveId" clId="{75520274-61FC-4784-B7DA-DC9786C36CE6}" dt="2025-12-19T17:48:24.430" v="780" actId="1076"/>
          <ac:spMkLst>
            <pc:docMk/>
            <pc:sldMk cId="994180968" sldId="287"/>
            <ac:spMk id="3" creationId="{AA06B2B9-34AF-B3DA-9F6E-EEB4A66882D0}"/>
          </ac:spMkLst>
        </pc:spChg>
        <pc:spChg chg="mod">
          <ac:chgData name="soundar S" userId="8675d19a1184806b" providerId="LiveId" clId="{75520274-61FC-4784-B7DA-DC9786C36CE6}" dt="2025-12-19T17:46:31.794" v="739" actId="1076"/>
          <ac:spMkLst>
            <pc:docMk/>
            <pc:sldMk cId="994180968" sldId="287"/>
            <ac:spMk id="4" creationId="{9745A479-E868-2468-4829-7D6D81AD510D}"/>
          </ac:spMkLst>
        </pc:spChg>
      </pc:sldChg>
      <pc:sldChg chg="new del">
        <pc:chgData name="soundar S" userId="8675d19a1184806b" providerId="LiveId" clId="{75520274-61FC-4784-B7DA-DC9786C36CE6}" dt="2025-12-19T17:48:48.336" v="781" actId="2696"/>
        <pc:sldMkLst>
          <pc:docMk/>
          <pc:sldMk cId="2565245667" sldId="288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6:28:16.69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0340.2334"/>
      <inkml:brushProperty name="anchorY" value="-6473.49756"/>
      <inkml:brushProperty name="scaleFactor" value="0.5"/>
    </inkml:brush>
  </inkml:definitions>
  <inkml:trace contextRef="#ctx0" brushRef="#br0">0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6:27:43.04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292.23389"/>
      <inkml:brushProperty name="anchorY" value="-3425.4978"/>
      <inkml:brushProperty name="scaleFactor" value="0.5"/>
    </inkml:brush>
  </inkml:definitions>
  <inkml:trace contextRef="#ctx0" brushRef="#br0">0 1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 fontScale="90000"/>
          </a:bodyPr>
          <a:lstStyle/>
          <a:p>
            <a:r>
              <a:rPr lang="en-IN" dirty="0"/>
              <a:t>E-Commerce Funnel Analysis</a:t>
            </a:r>
            <a:endParaRPr lang="en-US" sz="8000" dirty="0"/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11B04C8-21F6-F7E8-C3CD-39A77C95B1CD}"/>
              </a:ext>
            </a:extLst>
          </p:cNvPr>
          <p:cNvSpPr txBox="1"/>
          <p:nvPr/>
        </p:nvSpPr>
        <p:spPr>
          <a:xfrm>
            <a:off x="8553692" y="5162308"/>
            <a:ext cx="26853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Soundarraj S</a:t>
            </a:r>
          </a:p>
          <a:p>
            <a:r>
              <a:rPr lang="en-IN" sz="2000" dirty="0">
                <a:latin typeface="+mj-lt"/>
              </a:rPr>
              <a:t>Scaler Student</a:t>
            </a: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CF965-DD43-DB7E-5994-B8C4B6B56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500" dirty="0"/>
              <a:t>Agenda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3A937C-B937-C7B4-FE65-F0A4F346A0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23739" y="2228671"/>
            <a:ext cx="5442516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500" dirty="0">
                <a:latin typeface="+mj-lt"/>
              </a:rPr>
              <a:t>Executive Summary</a:t>
            </a:r>
            <a:r>
              <a:rPr lang="en-US" altLang="en-US" sz="2500" dirty="0">
                <a:solidFill>
                  <a:schemeClr val="tx1"/>
                </a:solidFill>
                <a:latin typeface="+mj-lt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500" dirty="0">
                <a:latin typeface="+mj-lt"/>
              </a:rPr>
              <a:t>Dataset Overview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500" dirty="0">
                <a:latin typeface="+mj-lt"/>
              </a:rPr>
              <a:t>Objectives of the Analysis</a:t>
            </a:r>
            <a:endParaRPr kumimoji="0" lang="en-US" altLang="en-US" sz="2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500" dirty="0">
                <a:latin typeface="+mj-lt"/>
              </a:rPr>
              <a:t>Key Analysis Areas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500" dirty="0">
                <a:latin typeface="+mj-lt"/>
              </a:rPr>
              <a:t>Insights &amp; Findings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Conclusion &amp;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771520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6B5C6-043E-FE05-E69D-E6456EF46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48145"/>
            <a:ext cx="10058400" cy="989215"/>
          </a:xfrm>
        </p:spPr>
        <p:txBody>
          <a:bodyPr>
            <a:normAutofit/>
          </a:bodyPr>
          <a:lstStyle/>
          <a:p>
            <a:r>
              <a:rPr lang="en-IN" sz="4500" dirty="0"/>
              <a:t>Executive Summary</a:t>
            </a:r>
            <a:r>
              <a:rPr lang="en-US" altLang="en-US" sz="4500" dirty="0">
                <a:solidFill>
                  <a:schemeClr val="tx1"/>
                </a:solidFill>
              </a:rPr>
              <a:t> </a:t>
            </a:r>
            <a:endParaRPr lang="en-IN" sz="4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232BD4-3121-8021-7F30-010890705F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592507"/>
            <a:ext cx="100584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dirty="0">
                <a:latin typeface="+mj-lt"/>
              </a:rPr>
              <a:t>This project analyzes user activity and purchase behavior on an e-commerce platform. It examines the purchase funnel, key product categories, price sensitivity, user engagement, session patterns, and time-based trends.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000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dirty="0">
                <a:latin typeface="+mj-lt"/>
              </a:rPr>
              <a:t>The analysis also identifies high-value products that contribute most to revenue, helping support clearer product and business decisions.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83607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5FF22-7393-FE85-0E40-4D06231B6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500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E70D3-74D9-1EFD-71F7-C78040DF7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400" b="1" dirty="0">
                <a:latin typeface="+mj-lt"/>
              </a:rPr>
              <a:t>Before Data cleaning</a:t>
            </a:r>
          </a:p>
          <a:p>
            <a:r>
              <a:rPr lang="en-US" dirty="0">
                <a:latin typeface="+mj-lt"/>
              </a:rPr>
              <a:t>The raw dataset contains </a:t>
            </a:r>
            <a:r>
              <a:rPr lang="en-US" b="1" dirty="0">
                <a:latin typeface="+mj-lt"/>
              </a:rPr>
              <a:t>16.8 million records across 9 columns</a:t>
            </a:r>
            <a:r>
              <a:rPr lang="en-US" dirty="0">
                <a:latin typeface="+mj-lt"/>
              </a:rPr>
              <a:t>, capturing detailed user interactions such as event time, event type, product and category details, brand, price, user ID, and session ID. This dataset represents the </a:t>
            </a:r>
            <a:r>
              <a:rPr lang="en-US" b="1" dirty="0">
                <a:latin typeface="+mj-lt"/>
              </a:rPr>
              <a:t>unprocessed data</a:t>
            </a:r>
            <a:r>
              <a:rPr lang="en-US" dirty="0">
                <a:latin typeface="+mj-lt"/>
              </a:rPr>
              <a:t> and is taken </a:t>
            </a:r>
            <a:r>
              <a:rPr lang="en-US" b="1" dirty="0">
                <a:latin typeface="+mj-lt"/>
              </a:rPr>
              <a:t>before handling missing values, duplicates, or any cleaning steps</a:t>
            </a:r>
            <a:r>
              <a:rPr lang="en-US" dirty="0">
                <a:latin typeface="+mj-lt"/>
              </a:rPr>
              <a:t>, providing a complete view of all user events on the platform.</a:t>
            </a:r>
          </a:p>
          <a:p>
            <a:r>
              <a:rPr lang="en-US" sz="2400" b="1" dirty="0">
                <a:latin typeface="+mj-lt"/>
              </a:rPr>
              <a:t>After data Cleaning</a:t>
            </a:r>
          </a:p>
          <a:p>
            <a:r>
              <a:rPr lang="en-US" dirty="0">
                <a:latin typeface="+mj-lt"/>
              </a:rPr>
              <a:t>After data cleaning, the dataset contains </a:t>
            </a:r>
            <a:r>
              <a:rPr lang="en-US" b="1" dirty="0">
                <a:latin typeface="+mj-lt"/>
              </a:rPr>
              <a:t>12.49 million records across 15 columns</a:t>
            </a:r>
            <a:r>
              <a:rPr lang="en-US" dirty="0">
                <a:latin typeface="+mj-lt"/>
              </a:rPr>
              <a:t> with no missing values. The cleaned data includes enriched fields such as category hierarchy (category, category_1, category_2), event date, day name, hour of day, and time-of-day segments. Event timestamps are standardized to UTC, and event types and time segments are stored as efficient categories. This refined dataset is well-structured for detailed analysis of user behavior, product performance, and purchase trends.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42112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333D1-5F1F-6904-F054-746C1B376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500" dirty="0"/>
              <a:t>Objectives of the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C0A60F-A8C9-D76A-D8C9-E005BBAC17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43174" y="2057192"/>
            <a:ext cx="7936147" cy="3271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Understand user behavior across the platform.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Evaluate the purchase funnel from view → cart → purchase.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Measure category and brand performance.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Analyze price sensitivity of users.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Study session behavior and its link to purchase likelihood.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Identify high-value products contributing major revenue.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Support data-driven product and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2958772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B3C9E-0A9C-8BA2-273E-9D77FB783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500" dirty="0"/>
              <a:t>Key Analysis Areas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F72B49-AD95-E091-7EC0-E359D5AEB3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01879" y="2147893"/>
            <a:ext cx="6535764" cy="3269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Funnel Analysis (View → Cart → Purchase)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Category and Brand Performance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Price Sensitivity (Viewed vs Purchased prices)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User Behavior &amp; Top User Contribution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Session Behavior and Purchase Likelihood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Time-Based Trends (Day &amp; Hour Analysis)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High-Value Products (Pareto Analysis)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A8A20BF-0F69-0251-E74E-9BA27B914745}"/>
                  </a:ext>
                </a:extLst>
              </p14:cNvPr>
              <p14:cNvContentPartPr/>
              <p14:nvPr/>
            </p14:nvContentPartPr>
            <p14:xfrm>
              <a:off x="-1303353" y="198456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A8A20BF-0F69-0251-E74E-9BA27B9147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312353" y="197556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971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D8196-9487-C22D-94FE-DED6D70E1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500" dirty="0">
                <a:solidFill>
                  <a:schemeClr val="tx1"/>
                </a:solidFill>
              </a:rPr>
              <a:t>Funnel Analysis</a:t>
            </a:r>
            <a:endParaRPr lang="en-IN" sz="45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1FE9D9-A17F-0894-E918-4294B00952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99" y="2163238"/>
            <a:ext cx="7531154" cy="364746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08ECB2-DDC1-ACFD-A779-47E5FBA2EA87}"/>
              </a:ext>
            </a:extLst>
          </p:cNvPr>
          <p:cNvSpPr txBox="1"/>
          <p:nvPr/>
        </p:nvSpPr>
        <p:spPr>
          <a:xfrm>
            <a:off x="8172886" y="3217740"/>
            <a:ext cx="36754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Overall Funnel Drop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Major drop occurs from </a:t>
            </a:r>
            <a:r>
              <a:rPr lang="en-US" b="1" dirty="0">
                <a:latin typeface="+mj-lt"/>
              </a:rPr>
              <a:t>View → Cart</a:t>
            </a:r>
            <a:r>
              <a:rPr lang="en-US" dirty="0">
                <a:latin typeface="+mj-lt"/>
              </a:rPr>
              <a:t> (100% → 15.57%).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Only </a:t>
            </a:r>
            <a:r>
              <a:rPr lang="en-US" b="1" dirty="0">
                <a:latin typeface="+mj-lt"/>
              </a:rPr>
              <a:t>6.21%</a:t>
            </a:r>
            <a:r>
              <a:rPr lang="en-US" dirty="0">
                <a:latin typeface="+mj-lt"/>
              </a:rPr>
              <a:t> of users complete a purchase.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05387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E6A4BD-4B1D-7A23-B488-ADA50EEBF7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40" y="371930"/>
            <a:ext cx="7077133" cy="2804237"/>
          </a:xfr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D025F5E-5194-E1E4-2C58-CD1B6E008D4E}"/>
                  </a:ext>
                </a:extLst>
              </p14:cNvPr>
              <p14:cNvContentPartPr/>
              <p14:nvPr/>
            </p14:nvContentPartPr>
            <p14:xfrm>
              <a:off x="9250767" y="210120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D025F5E-5194-E1E4-2C58-CD1B6E008D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41767" y="209256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9BE95C0B-1C07-C0F1-956C-EE0CACDED5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553" y="3282782"/>
            <a:ext cx="6031554" cy="29211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38B750-DBDE-4DA4-EC9D-11ABECF4B9B0}"/>
              </a:ext>
            </a:extLst>
          </p:cNvPr>
          <p:cNvSpPr txBox="1"/>
          <p:nvPr/>
        </p:nvSpPr>
        <p:spPr>
          <a:xfrm>
            <a:off x="8158125" y="458303"/>
            <a:ext cx="3534522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+mj-lt"/>
              </a:rPr>
              <a:t>Category-wise View → Cart Conversion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+mj-lt"/>
              </a:rPr>
              <a:t>Electronics, Appliances, and Medicine</a:t>
            </a:r>
            <a:r>
              <a:rPr lang="en-US" sz="1500" dirty="0">
                <a:latin typeface="+mj-lt"/>
              </a:rPr>
              <a:t> show the </a:t>
            </a:r>
            <a:r>
              <a:rPr lang="en-US" sz="1500" b="1" dirty="0">
                <a:latin typeface="+mj-lt"/>
              </a:rPr>
              <a:t>highest intent</a:t>
            </a:r>
            <a:r>
              <a:rPr lang="en-US" sz="1500" dirty="0">
                <a:latin typeface="+mj-lt"/>
              </a:rPr>
              <a:t> (10–16%).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+mj-lt"/>
              </a:rPr>
              <a:t>Fashion categories (apparel, accessories)</a:t>
            </a:r>
            <a:r>
              <a:rPr lang="en-US" sz="1500" dirty="0">
                <a:latin typeface="+mj-lt"/>
              </a:rPr>
              <a:t> show low intent (3–4%).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Conversion strongly depends on </a:t>
            </a:r>
            <a:r>
              <a:rPr lang="en-US" sz="1500" b="1" dirty="0">
                <a:latin typeface="+mj-lt"/>
              </a:rPr>
              <a:t>category type and purchase urgency</a:t>
            </a:r>
            <a:r>
              <a:rPr lang="en-US" sz="1500" dirty="0">
                <a:latin typeface="+mj-lt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A9A7C5-4445-CD30-554E-734A623BDC73}"/>
              </a:ext>
            </a:extLst>
          </p:cNvPr>
          <p:cNvSpPr txBox="1"/>
          <p:nvPr/>
        </p:nvSpPr>
        <p:spPr>
          <a:xfrm>
            <a:off x="7546973" y="3618740"/>
            <a:ext cx="302530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+mj-lt"/>
              </a:rPr>
              <a:t>Date-wise Conversion Trend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Sharp spike around </a:t>
            </a:r>
            <a:r>
              <a:rPr lang="en-US" sz="1500" b="1" dirty="0">
                <a:latin typeface="+mj-lt"/>
              </a:rPr>
              <a:t>Nov 15–17</a:t>
            </a:r>
            <a:r>
              <a:rPr lang="en-US" sz="1500" dirty="0">
                <a:latin typeface="+mj-lt"/>
              </a:rPr>
              <a:t>, likely due to </a:t>
            </a:r>
            <a:r>
              <a:rPr lang="en-US" sz="1500" b="1" dirty="0">
                <a:latin typeface="+mj-lt"/>
              </a:rPr>
              <a:t>sales event or promotion</a:t>
            </a:r>
            <a:r>
              <a:rPr lang="en-US" sz="1500" dirty="0">
                <a:latin typeface="+mj-lt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Early November shows low conversion (3–4%).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Late November stabilizes around </a:t>
            </a:r>
            <a:r>
              <a:rPr lang="en-US" sz="1500" b="1" dirty="0">
                <a:latin typeface="+mj-lt"/>
              </a:rPr>
              <a:t>8–10%</a:t>
            </a:r>
            <a:r>
              <a:rPr lang="en-US" sz="1500" dirty="0">
                <a:latin typeface="+mj-lt"/>
              </a:rPr>
              <a:t>, indicating steady user interest.</a:t>
            </a:r>
          </a:p>
          <a:p>
            <a:endParaRPr lang="en-IN" sz="1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90148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E0BC04-10D9-D7BB-393C-41F3E3675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01" y="204282"/>
            <a:ext cx="4490619" cy="33537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007CBD-476C-86DD-6CCB-1F1E49970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864" y="2869026"/>
            <a:ext cx="5270635" cy="32691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051C05-0F02-4C11-D463-2F6E91CB600A}"/>
              </a:ext>
            </a:extLst>
          </p:cNvPr>
          <p:cNvSpPr txBox="1"/>
          <p:nvPr/>
        </p:nvSpPr>
        <p:spPr>
          <a:xfrm>
            <a:off x="5486400" y="486383"/>
            <a:ext cx="355059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+mj-lt"/>
              </a:rPr>
              <a:t>Day-wise Conversion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+mj-lt"/>
              </a:rPr>
              <a:t>Friday, Sunday, Saturday</a:t>
            </a:r>
            <a:r>
              <a:rPr lang="en-US" sz="1500" dirty="0">
                <a:latin typeface="+mj-lt"/>
              </a:rPr>
              <a:t> show highest conversion (13–15%).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Mid-week days (Mon–Wed) show lowest conversion (~7%).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Users are more willing to add to cart on </a:t>
            </a:r>
            <a:r>
              <a:rPr lang="en-US" sz="1500" b="1" dirty="0">
                <a:latin typeface="+mj-lt"/>
              </a:rPr>
              <a:t>weekends and Fridays</a:t>
            </a:r>
            <a:r>
              <a:rPr lang="en-US" sz="1500" dirty="0">
                <a:latin typeface="+mj-lt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E07FA1-F6BE-428E-264F-134B6E8E2B57}"/>
              </a:ext>
            </a:extLst>
          </p:cNvPr>
          <p:cNvSpPr txBox="1"/>
          <p:nvPr/>
        </p:nvSpPr>
        <p:spPr>
          <a:xfrm>
            <a:off x="2511542" y="4406630"/>
            <a:ext cx="355059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+mj-lt"/>
              </a:rPr>
              <a:t>Time-of-Day Conversion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+mj-lt"/>
              </a:rPr>
              <a:t>Morning</a:t>
            </a:r>
            <a:r>
              <a:rPr lang="en-US" sz="1500" dirty="0">
                <a:latin typeface="+mj-lt"/>
              </a:rPr>
              <a:t> has the highest intent (~14%).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Afternoon, Evening, and Night remain stable around </a:t>
            </a:r>
            <a:r>
              <a:rPr lang="en-US" sz="1500" b="1" dirty="0">
                <a:latin typeface="+mj-lt"/>
              </a:rPr>
              <a:t>10–11%</a:t>
            </a:r>
            <a:r>
              <a:rPr lang="en-US" sz="1500" dirty="0">
                <a:latin typeface="+mj-lt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Users browsing in the morning show </a:t>
            </a:r>
            <a:r>
              <a:rPr lang="en-US" sz="1500" b="1" dirty="0">
                <a:latin typeface="+mj-lt"/>
              </a:rPr>
              <a:t>stronger purchase intent</a:t>
            </a:r>
            <a:r>
              <a:rPr lang="en-US" sz="15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1097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11D873F-FDFE-B8C7-087B-8100271B3A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9335" y="427160"/>
            <a:ext cx="10233329" cy="3284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dirty="0">
                <a:latin typeface="+mj-lt"/>
              </a:rPr>
              <a:t>Insights 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biggest drop occurs from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view to cart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with only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15.6%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of users showing real purchase intent.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Conversion varies by category, with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electronics and appliances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performing best and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fashion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performing the weakest.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User intent peaks during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mid-November promotions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weekends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and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morning hours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indicating strong timing effects.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Overall, only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6.2%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of users reach purchase, highlighting clear opportunities to optimize product discovery and cart engagement.</a:t>
            </a:r>
            <a:endParaRPr lang="en-US" altLang="en-US" sz="1500" dirty="0">
              <a:solidFill>
                <a:schemeClr val="tx1"/>
              </a:solidFill>
              <a:latin typeface="+mj-lt"/>
            </a:endParaRP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3905D467-12A6-D3A0-44A0-12EC9E632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335" y="3326443"/>
            <a:ext cx="10764456" cy="1553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Recommendations 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Improve product detail visibility (ratings, delivery time, offers) to reduce the large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view → cart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drop.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Add personalized nudges like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“Recently viewed”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“Similar items”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or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“Low-stock alerts”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Simplify the cart and checkout flow to reduce friction and improve final conversion.</a:t>
            </a:r>
          </a:p>
        </p:txBody>
      </p:sp>
    </p:spTree>
    <p:extLst>
      <p:ext uri="{BB962C8B-B14F-4D97-AF65-F5344CB8AC3E}">
        <p14:creationId xmlns:p14="http://schemas.microsoft.com/office/powerpoint/2010/main" val="49424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E07BB-8EED-498A-8A79-A1C8CDAAA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0"/>
            <a:ext cx="10058400" cy="880716"/>
          </a:xfrm>
        </p:spPr>
        <p:txBody>
          <a:bodyPr>
            <a:normAutofit/>
          </a:bodyPr>
          <a:lstStyle/>
          <a:p>
            <a:r>
              <a:rPr lang="en-US" altLang="en-US" sz="4500" dirty="0">
                <a:solidFill>
                  <a:schemeClr val="tx1"/>
                </a:solidFill>
              </a:rPr>
              <a:t>Category and Brand Performance</a:t>
            </a:r>
            <a:endParaRPr lang="en-IN" sz="4500" dirty="0"/>
          </a:p>
        </p:txBody>
      </p:sp>
      <p:pic>
        <p:nvPicPr>
          <p:cNvPr id="6146" name="Picture 2" descr="Img5vnoNrwAAAABJRU5ErkJggg== (1489×590)">
            <a:extLst>
              <a:ext uri="{FF2B5EF4-FFF2-40B4-BE49-F238E27FC236}">
                <a16:creationId xmlns:a16="http://schemas.microsoft.com/office/drawing/2014/main" id="{F748BE78-5A7C-B579-BC7A-EB1DB5D486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394" y="880716"/>
            <a:ext cx="7077211" cy="2804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E29E45-D60D-6833-DC9F-C742D5251586}"/>
              </a:ext>
            </a:extLst>
          </p:cNvPr>
          <p:cNvSpPr txBox="1"/>
          <p:nvPr/>
        </p:nvSpPr>
        <p:spPr>
          <a:xfrm>
            <a:off x="1293265" y="3684984"/>
            <a:ext cx="9862415" cy="2836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Category-Wise Conversion 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+mj-lt"/>
              </a:rPr>
              <a:t>Electronics</a:t>
            </a:r>
            <a:r>
              <a:rPr lang="en-US" sz="1500" dirty="0">
                <a:latin typeface="+mj-lt"/>
              </a:rPr>
              <a:t> is the top-performing category (≈6.6%), showing strong buying intent for high-value products.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+mj-lt"/>
              </a:rPr>
              <a:t>Medicine and Appliances</a:t>
            </a:r>
            <a:r>
              <a:rPr lang="en-US" sz="1500" dirty="0">
                <a:latin typeface="+mj-lt"/>
              </a:rPr>
              <a:t> also convert well (≈4.4–4.5%), driven by necessity-based purchases.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Categories like </a:t>
            </a:r>
            <a:r>
              <a:rPr lang="en-US" sz="1500" b="1" dirty="0">
                <a:latin typeface="+mj-lt"/>
              </a:rPr>
              <a:t>apparel, accessories, sport, furniture</a:t>
            </a:r>
            <a:r>
              <a:rPr lang="en-US" sz="1500" dirty="0">
                <a:latin typeface="+mj-lt"/>
              </a:rPr>
              <a:t> have </a:t>
            </a:r>
            <a:r>
              <a:rPr lang="en-US" sz="1500" b="1" dirty="0">
                <a:latin typeface="+mj-lt"/>
              </a:rPr>
              <a:t>very low conversion</a:t>
            </a:r>
            <a:r>
              <a:rPr lang="en-US" sz="1500" dirty="0">
                <a:latin typeface="+mj-lt"/>
              </a:rPr>
              <a:t> (&lt;1.5%), indicating more browsing behavior than purchase intent.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Overall trend: </a:t>
            </a:r>
            <a:r>
              <a:rPr lang="en-US" sz="1500" b="1" dirty="0">
                <a:latin typeface="+mj-lt"/>
              </a:rPr>
              <a:t>Utility and tech categories convert better</a:t>
            </a:r>
            <a:r>
              <a:rPr lang="en-US" sz="1500" dirty="0">
                <a:latin typeface="+mj-lt"/>
              </a:rPr>
              <a:t>, while </a:t>
            </a:r>
            <a:r>
              <a:rPr lang="en-US" sz="1500" b="1" dirty="0">
                <a:latin typeface="+mj-lt"/>
              </a:rPr>
              <a:t>lifestyle categories lag</a:t>
            </a:r>
            <a:r>
              <a:rPr lang="en-US" sz="1500" dirty="0">
                <a:latin typeface="+mj-lt"/>
              </a:rPr>
              <a:t>.</a:t>
            </a:r>
          </a:p>
          <a:p>
            <a:pPr>
              <a:lnSpc>
                <a:spcPct val="150000"/>
              </a:lnSpc>
            </a:pPr>
            <a:endParaRPr lang="en-IN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88610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1787645F-D5B3-1268-B16E-B54F07ADA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518" y="473210"/>
            <a:ext cx="6298963" cy="3757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CF9E9F-2AA2-69D0-BE6B-5E9252A6D863}"/>
              </a:ext>
            </a:extLst>
          </p:cNvPr>
          <p:cNvSpPr txBox="1"/>
          <p:nvPr/>
        </p:nvSpPr>
        <p:spPr>
          <a:xfrm>
            <a:off x="868768" y="4230933"/>
            <a:ext cx="11089895" cy="2143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Brand-Wise Conversion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+mj-lt"/>
              </a:rPr>
              <a:t>Apple and Samsung</a:t>
            </a:r>
            <a:r>
              <a:rPr lang="en-US" sz="1500" dirty="0">
                <a:latin typeface="+mj-lt"/>
              </a:rPr>
              <a:t> lead with the highest conversion rates (≈5.7–5.9%), showing strong brand trust and demand.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+mj-lt"/>
              </a:rPr>
              <a:t>Xiaomi, Huawei, Oppo</a:t>
            </a:r>
            <a:r>
              <a:rPr lang="en-US" sz="1500" dirty="0">
                <a:latin typeface="+mj-lt"/>
              </a:rPr>
              <a:t> form the next strong cluster (3–4%), indicating mid-range buyers convert well too.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+mj-lt"/>
              </a:rPr>
              <a:t>Bosch, Lenovo, Sony</a:t>
            </a:r>
            <a:r>
              <a:rPr lang="en-US" sz="1500" dirty="0">
                <a:latin typeface="+mj-lt"/>
              </a:rPr>
              <a:t> show lower conversion (&lt;2.5%), possibly due to higher prices or more comparison behavior.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Conversion is </a:t>
            </a:r>
            <a:r>
              <a:rPr lang="en-US" sz="1500" b="1" dirty="0">
                <a:latin typeface="+mj-lt"/>
              </a:rPr>
              <a:t>highest among well-known, premium, and trusted brands</a:t>
            </a:r>
            <a:r>
              <a:rPr lang="en-US" sz="1500" dirty="0">
                <a:latin typeface="+mj-lt"/>
              </a:rPr>
              <a:t>.</a:t>
            </a:r>
          </a:p>
          <a:p>
            <a:pPr>
              <a:lnSpc>
                <a:spcPct val="150000"/>
              </a:lnSpc>
            </a:pPr>
            <a:endParaRPr lang="en-IN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15273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734CA063-2F59-3CE6-080F-2CD34BF724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396" y="396132"/>
            <a:ext cx="9491208" cy="3760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8F909F-9835-C22A-C26E-6B966B62C8C9}"/>
              </a:ext>
            </a:extLst>
          </p:cNvPr>
          <p:cNvSpPr txBox="1"/>
          <p:nvPr/>
        </p:nvSpPr>
        <p:spPr>
          <a:xfrm>
            <a:off x="422327" y="4075897"/>
            <a:ext cx="11860939" cy="2143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Category + Brand Combined 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In combined performance, </a:t>
            </a:r>
            <a:r>
              <a:rPr lang="en-US" sz="1500" b="1" dirty="0">
                <a:latin typeface="+mj-lt"/>
              </a:rPr>
              <a:t>stationery</a:t>
            </a:r>
            <a:r>
              <a:rPr lang="en-US" sz="1500" dirty="0">
                <a:latin typeface="+mj-lt"/>
              </a:rPr>
              <a:t> surprisingly shows strong conversion, likely due to low price and low decision effort.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Tech brands like </a:t>
            </a:r>
            <a:r>
              <a:rPr lang="en-US" sz="1500" b="1" dirty="0">
                <a:latin typeface="+mj-lt"/>
              </a:rPr>
              <a:t>Apple, Samsung, Epson</a:t>
            </a:r>
            <a:r>
              <a:rPr lang="en-US" sz="1500" dirty="0">
                <a:latin typeface="+mj-lt"/>
              </a:rPr>
              <a:t> continue to perform well across categories.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Categories like </a:t>
            </a:r>
            <a:r>
              <a:rPr lang="en-US" sz="1500" b="1" dirty="0" err="1">
                <a:latin typeface="+mj-lt"/>
              </a:rPr>
              <a:t>country_yard</a:t>
            </a:r>
            <a:r>
              <a:rPr lang="en-US" sz="1500" b="1" dirty="0">
                <a:latin typeface="+mj-lt"/>
              </a:rPr>
              <a:t>, apparel, accessories</a:t>
            </a:r>
            <a:r>
              <a:rPr lang="en-US" sz="1500" dirty="0">
                <a:latin typeface="+mj-lt"/>
              </a:rPr>
              <a:t> remain low, even with known brands—indicating weak intent.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Overall, brands with </a:t>
            </a:r>
            <a:r>
              <a:rPr lang="en-US" sz="1500" b="1" dirty="0">
                <a:latin typeface="+mj-lt"/>
              </a:rPr>
              <a:t>high trust + clear value proposition</a:t>
            </a:r>
            <a:r>
              <a:rPr lang="en-US" sz="1500" dirty="0">
                <a:latin typeface="+mj-lt"/>
              </a:rPr>
              <a:t> convert better across categories.</a:t>
            </a:r>
          </a:p>
          <a:p>
            <a:pPr>
              <a:lnSpc>
                <a:spcPct val="150000"/>
              </a:lnSpc>
            </a:pPr>
            <a:endParaRPr lang="en-IN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5145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96E54C9-6FC9-5057-5BF5-F37302AE06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4305" y="390618"/>
            <a:ext cx="10223390" cy="3284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dirty="0">
                <a:latin typeface="+mj-lt"/>
              </a:rPr>
              <a:t>Insights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High-intent categories such as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electronics, medicine, and appliances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show the strongest conversion, driven by necessity and trust.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Premium and well-known brands like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Apple and Samsung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convert significantly better than mid-tier brands.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Lifestyle categories such as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apparel and accessories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display low conversion, indicating heavy browsing but limited purchase action.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Overall, conversion is highest in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trusted brands and essential product categories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while discretionary categories lag behind.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152F051-DB0D-6575-809D-B6912FA87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304" y="3675428"/>
            <a:ext cx="10223391" cy="259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+mj-lt"/>
              </a:rPr>
              <a:t>Recommendations 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Prioritize high-converting categories (electronics, appliances, medicine) in homepage placements and promotions.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Improve product info and pricing strategies for low-performing categories like apparel and accessories.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Strengthen partnerships and visibility for top-performing brands (Apple, Samsung, Xiaomi, LG, Huawei).</a:t>
            </a:r>
          </a:p>
        </p:txBody>
      </p:sp>
    </p:spTree>
    <p:extLst>
      <p:ext uri="{BB962C8B-B14F-4D97-AF65-F5344CB8AC3E}">
        <p14:creationId xmlns:p14="http://schemas.microsoft.com/office/powerpoint/2010/main" val="1995161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95F2-453E-9BBF-FA06-42C0FEC2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83440"/>
          </a:xfrm>
        </p:spPr>
        <p:txBody>
          <a:bodyPr>
            <a:normAutofit/>
          </a:bodyPr>
          <a:lstStyle/>
          <a:p>
            <a:r>
              <a:rPr lang="en-US" altLang="en-US" sz="4500" dirty="0">
                <a:solidFill>
                  <a:schemeClr val="tx1"/>
                </a:solidFill>
              </a:rPr>
              <a:t>Price Sensitivity</a:t>
            </a:r>
            <a:endParaRPr lang="en-IN" sz="4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00C6-026A-87D6-5661-E0790B8DB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703537"/>
            <a:ext cx="10058400" cy="229842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+mj-lt"/>
              </a:rPr>
              <a:t>Overall Price Comparison (View vs Purchase)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The </a:t>
            </a:r>
            <a:r>
              <a:rPr lang="en-US" sz="1500" b="1" dirty="0">
                <a:latin typeface="+mj-lt"/>
              </a:rPr>
              <a:t>average purchase price is slightly higher</a:t>
            </a:r>
            <a:r>
              <a:rPr lang="en-US" sz="1500" dirty="0">
                <a:latin typeface="+mj-lt"/>
              </a:rPr>
              <a:t> than the average viewed price.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Users tend to </a:t>
            </a:r>
            <a:r>
              <a:rPr lang="en-US" sz="1500" b="1" dirty="0">
                <a:latin typeface="+mj-lt"/>
              </a:rPr>
              <a:t>buy slightly more expensive products</a:t>
            </a:r>
            <a:r>
              <a:rPr lang="en-US" sz="1500" dirty="0">
                <a:latin typeface="+mj-lt"/>
              </a:rPr>
              <a:t> than what they browse.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Indicates that customers compare options, but ultimately pick </a:t>
            </a:r>
            <a:r>
              <a:rPr lang="en-US" sz="1500" b="1" dirty="0">
                <a:latin typeface="+mj-lt"/>
              </a:rPr>
              <a:t>higher-quality or premium items</a:t>
            </a:r>
            <a:r>
              <a:rPr lang="en-US" sz="1500" dirty="0">
                <a:latin typeface="+mj-lt"/>
              </a:rPr>
              <a:t>.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A42CB6A-60BE-C98F-5016-8250D3746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024" y="678324"/>
            <a:ext cx="3949661" cy="341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768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F939680A-6E08-364D-66BC-1968E8996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0028" y="127609"/>
            <a:ext cx="9511944" cy="376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58F405-619D-C1D8-A44B-E3E8D27B59C0}"/>
              </a:ext>
            </a:extLst>
          </p:cNvPr>
          <p:cNvSpPr txBox="1"/>
          <p:nvPr/>
        </p:nvSpPr>
        <p:spPr>
          <a:xfrm>
            <a:off x="798654" y="3429000"/>
            <a:ext cx="10843718" cy="3284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Category-Wise Price Sensitivity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Categories like </a:t>
            </a:r>
            <a:r>
              <a:rPr lang="en-US" sz="1500" b="1" dirty="0">
                <a:latin typeface="+mj-lt"/>
              </a:rPr>
              <a:t>computers, electronics, </a:t>
            </a:r>
            <a:r>
              <a:rPr lang="en-US" sz="1500" b="1" dirty="0" err="1">
                <a:latin typeface="+mj-lt"/>
              </a:rPr>
              <a:t>country_yard</a:t>
            </a:r>
            <a:r>
              <a:rPr lang="en-US" sz="1500" b="1" dirty="0">
                <a:latin typeface="+mj-lt"/>
              </a:rPr>
              <a:t>, and furniture</a:t>
            </a:r>
            <a:r>
              <a:rPr lang="en-US" sz="1500" dirty="0">
                <a:latin typeface="+mj-lt"/>
              </a:rPr>
              <a:t> show </a:t>
            </a:r>
            <a:r>
              <a:rPr lang="en-US" sz="1500" b="1" dirty="0">
                <a:latin typeface="+mj-lt"/>
              </a:rPr>
              <a:t>higher viewed prices than purchased prices</a:t>
            </a:r>
            <a:r>
              <a:rPr lang="en-US" sz="1500" dirty="0">
                <a:latin typeface="+mj-lt"/>
              </a:rPr>
              <a:t>, meaning users browse expensive items but choose more affordable ones.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In </a:t>
            </a:r>
            <a:r>
              <a:rPr lang="en-US" sz="1500" b="1" dirty="0">
                <a:latin typeface="+mj-lt"/>
              </a:rPr>
              <a:t>appliances and auto</a:t>
            </a:r>
            <a:r>
              <a:rPr lang="en-US" sz="1500" dirty="0">
                <a:latin typeface="+mj-lt"/>
              </a:rPr>
              <a:t>, the purchase price is </a:t>
            </a:r>
            <a:r>
              <a:rPr lang="en-US" sz="1500" b="1" dirty="0">
                <a:latin typeface="+mj-lt"/>
              </a:rPr>
              <a:t>lower but close</a:t>
            </a:r>
            <a:r>
              <a:rPr lang="en-US" sz="1500" dirty="0">
                <a:latin typeface="+mj-lt"/>
              </a:rPr>
              <a:t> to viewed price, suggesting moderate price sensitivity.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Categories such as </a:t>
            </a:r>
            <a:r>
              <a:rPr lang="en-US" sz="1500" b="1" dirty="0">
                <a:latin typeface="+mj-lt"/>
              </a:rPr>
              <a:t>kids, medicine, and stationery</a:t>
            </a:r>
            <a:r>
              <a:rPr lang="en-US" sz="1500" dirty="0">
                <a:latin typeface="+mj-lt"/>
              </a:rPr>
              <a:t> show </a:t>
            </a:r>
            <a:r>
              <a:rPr lang="en-US" sz="1500" b="1" dirty="0">
                <a:latin typeface="+mj-lt"/>
              </a:rPr>
              <a:t>minimal price difference</a:t>
            </a:r>
            <a:r>
              <a:rPr lang="en-US" sz="1500" dirty="0">
                <a:latin typeface="+mj-lt"/>
              </a:rPr>
              <a:t>, meaning low price sensitivity due to necessity or low-ticket items.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Users are </a:t>
            </a:r>
            <a:r>
              <a:rPr lang="en-US" sz="1500" b="1" dirty="0">
                <a:latin typeface="+mj-lt"/>
              </a:rPr>
              <a:t>most price-sensitive in high-ticket categories</a:t>
            </a:r>
            <a:r>
              <a:rPr lang="en-US" sz="1500" dirty="0">
                <a:latin typeface="+mj-lt"/>
              </a:rPr>
              <a:t>.</a:t>
            </a:r>
          </a:p>
          <a:p>
            <a:pPr>
              <a:lnSpc>
                <a:spcPct val="150000"/>
              </a:lnSpc>
            </a:pPr>
            <a:endParaRPr lang="en-IN" sz="1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08139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0ACD84B9-1958-FE9B-FE64-D5F235C59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130" y="257451"/>
            <a:ext cx="9839739" cy="3898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17C7F7-D5D6-D499-F0C8-19ADDFA1FC48}"/>
              </a:ext>
            </a:extLst>
          </p:cNvPr>
          <p:cNvSpPr txBox="1"/>
          <p:nvPr/>
        </p:nvSpPr>
        <p:spPr>
          <a:xfrm>
            <a:off x="1176129" y="3829826"/>
            <a:ext cx="983973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Brand-Wise Price Sensitivity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Premium brands like </a:t>
            </a:r>
            <a:r>
              <a:rPr lang="en-US" sz="1500" b="1" dirty="0">
                <a:latin typeface="+mj-lt"/>
              </a:rPr>
              <a:t>Apple, Lenovo, Sony</a:t>
            </a:r>
            <a:r>
              <a:rPr lang="en-US" sz="1500" dirty="0">
                <a:latin typeface="+mj-lt"/>
              </a:rPr>
              <a:t> have </a:t>
            </a:r>
            <a:r>
              <a:rPr lang="en-US" sz="1500" b="1" dirty="0">
                <a:latin typeface="+mj-lt"/>
              </a:rPr>
              <a:t>higher viewed prices</a:t>
            </a:r>
            <a:r>
              <a:rPr lang="en-US" sz="1500" dirty="0">
                <a:latin typeface="+mj-lt"/>
              </a:rPr>
              <a:t>, but users purchase slightly lower-priced models — indicating </a:t>
            </a:r>
            <a:r>
              <a:rPr lang="en-US" sz="1500" b="1" dirty="0">
                <a:latin typeface="+mj-lt"/>
              </a:rPr>
              <a:t>value-conscious behavior</a:t>
            </a:r>
            <a:r>
              <a:rPr lang="en-US" sz="1500" dirty="0">
                <a:latin typeface="+mj-lt"/>
              </a:rPr>
              <a:t> even for premium brands.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Mid-range brands like </a:t>
            </a:r>
            <a:r>
              <a:rPr lang="en-US" sz="1500" b="1" dirty="0">
                <a:latin typeface="+mj-lt"/>
              </a:rPr>
              <a:t>Samsung, Oppo, Xiaomi</a:t>
            </a:r>
            <a:r>
              <a:rPr lang="en-US" sz="1500" dirty="0">
                <a:latin typeface="+mj-lt"/>
              </a:rPr>
              <a:t> show </a:t>
            </a:r>
            <a:r>
              <a:rPr lang="en-US" sz="1500" b="1" dirty="0">
                <a:latin typeface="+mj-lt"/>
              </a:rPr>
              <a:t>small price differences</a:t>
            </a:r>
            <a:r>
              <a:rPr lang="en-US" sz="1500" dirty="0">
                <a:latin typeface="+mj-lt"/>
              </a:rPr>
              <a:t>, meaning customers are relatively </a:t>
            </a:r>
            <a:r>
              <a:rPr lang="en-US" sz="1500" b="1" dirty="0">
                <a:latin typeface="+mj-lt"/>
              </a:rPr>
              <a:t>consistent</a:t>
            </a:r>
            <a:r>
              <a:rPr lang="en-US" sz="1500" dirty="0">
                <a:latin typeface="+mj-lt"/>
              </a:rPr>
              <a:t> in both viewing and buying.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Brands like </a:t>
            </a:r>
            <a:r>
              <a:rPr lang="en-US" sz="1500" b="1" dirty="0">
                <a:latin typeface="+mj-lt"/>
              </a:rPr>
              <a:t>Bosch and LG</a:t>
            </a:r>
            <a:r>
              <a:rPr lang="en-US" sz="1500" dirty="0">
                <a:latin typeface="+mj-lt"/>
              </a:rPr>
              <a:t> show a noticeable gap, meaning users browse expensive options but purchase </a:t>
            </a:r>
            <a:r>
              <a:rPr lang="en-US" sz="1500" b="1" dirty="0">
                <a:latin typeface="+mj-lt"/>
              </a:rPr>
              <a:t>cheaper variants</a:t>
            </a:r>
            <a:r>
              <a:rPr lang="en-US" sz="1500" dirty="0">
                <a:latin typeface="+mj-lt"/>
              </a:rPr>
              <a:t>.</a:t>
            </a:r>
          </a:p>
          <a:p>
            <a:endParaRPr lang="en-IN" sz="1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97811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19B04C6-5FF4-C87D-6CF9-DDB7619934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2966" y="494897"/>
            <a:ext cx="9786068" cy="224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dirty="0">
                <a:latin typeface="+mj-lt"/>
              </a:rPr>
              <a:t>Insights 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Users tend to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browse higher-priced items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but purchase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slightly cheaper alternatives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especially in expensive categories and brands.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Price sensitivity is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strongest in high-ticket categories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like computers and electronics.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Low-ticket and necessity categories show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consistent viewing and buying prices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indicating low sensitivity.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EC3290C-61A0-FF88-CECC-66044EC35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2966" y="2991794"/>
            <a:ext cx="9786068" cy="1899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Recommendations 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Offer mid-range alternatives for high-ticket categories where users drop from expensive viewed → cheaper purchased products.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Highlight EMI options, warranties, and exchange offers to reduce price hesitation.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personalized discounts for price-sensitive user segments.</a:t>
            </a:r>
          </a:p>
        </p:txBody>
      </p:sp>
    </p:spTree>
    <p:extLst>
      <p:ext uri="{BB962C8B-B14F-4D97-AF65-F5344CB8AC3E}">
        <p14:creationId xmlns:p14="http://schemas.microsoft.com/office/powerpoint/2010/main" val="3790306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6213A-9145-EC71-B23E-4533BE9C7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57444"/>
            <a:ext cx="10058400" cy="1450757"/>
          </a:xfrm>
        </p:spPr>
        <p:txBody>
          <a:bodyPr>
            <a:noAutofit/>
          </a:bodyPr>
          <a:lstStyle/>
          <a:p>
            <a:r>
              <a:rPr lang="en-US" altLang="en-US" sz="4500" dirty="0">
                <a:solidFill>
                  <a:schemeClr val="tx1"/>
                </a:solidFill>
              </a:rPr>
              <a:t>User Behavior &amp; Top User Contribution</a:t>
            </a:r>
            <a:endParaRPr lang="en-IN" sz="4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05E4A-2B9D-C48C-9733-D48F47CDC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548039"/>
            <a:ext cx="10058400" cy="2794539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+mj-lt"/>
              </a:rPr>
              <a:t>Power User Contribution</a:t>
            </a:r>
          </a:p>
          <a:p>
            <a:pPr lvl="1"/>
            <a:r>
              <a:rPr lang="en-US" sz="1500" dirty="0">
                <a:latin typeface="+mj-lt"/>
              </a:rPr>
              <a:t>The </a:t>
            </a:r>
            <a:r>
              <a:rPr lang="en-US" sz="1500" b="1" dirty="0">
                <a:latin typeface="+mj-lt"/>
              </a:rPr>
              <a:t>top 10% of active users (≈236k users)</a:t>
            </a:r>
            <a:r>
              <a:rPr lang="en-US" sz="1500" dirty="0">
                <a:latin typeface="+mj-lt"/>
              </a:rPr>
              <a:t> contribute </a:t>
            </a:r>
            <a:r>
              <a:rPr lang="en-US" sz="1500" b="1" dirty="0">
                <a:latin typeface="+mj-lt"/>
              </a:rPr>
              <a:t>43.8% of total purchase value</a:t>
            </a:r>
            <a:r>
              <a:rPr lang="en-US" sz="1500" dirty="0">
                <a:latin typeface="+mj-lt"/>
              </a:rPr>
              <a:t>.</a:t>
            </a:r>
          </a:p>
          <a:p>
            <a:pPr lvl="1"/>
            <a:r>
              <a:rPr lang="en-US" sz="1500" dirty="0">
                <a:latin typeface="+mj-lt"/>
              </a:rPr>
              <a:t>This indicates a </a:t>
            </a:r>
            <a:r>
              <a:rPr lang="en-US" sz="1500" b="1" dirty="0">
                <a:latin typeface="+mj-lt"/>
              </a:rPr>
              <a:t>high concentration of revenue</a:t>
            </a:r>
            <a:r>
              <a:rPr lang="en-US" sz="1500" dirty="0">
                <a:latin typeface="+mj-lt"/>
              </a:rPr>
              <a:t> among a relatively small group of loyal users.</a:t>
            </a:r>
          </a:p>
          <a:p>
            <a:r>
              <a:rPr lang="en-US" sz="2000" b="1" dirty="0">
                <a:latin typeface="+mj-lt"/>
              </a:rPr>
              <a:t>Behavior of Power Users</a:t>
            </a:r>
          </a:p>
          <a:p>
            <a:pPr lvl="1"/>
            <a:r>
              <a:rPr lang="en-US" sz="1500" dirty="0">
                <a:latin typeface="+mj-lt"/>
              </a:rPr>
              <a:t>Power users are significantly </a:t>
            </a:r>
            <a:r>
              <a:rPr lang="en-US" sz="1500" b="1" dirty="0">
                <a:latin typeface="+mj-lt"/>
              </a:rPr>
              <a:t>more engaged</a:t>
            </a:r>
            <a:r>
              <a:rPr lang="en-US" sz="1500" dirty="0">
                <a:latin typeface="+mj-lt"/>
              </a:rPr>
              <a:t>, completing more views, carts, and purchases than the average user.</a:t>
            </a:r>
          </a:p>
          <a:p>
            <a:pPr lvl="1"/>
            <a:r>
              <a:rPr lang="en-US" sz="1500" dirty="0">
                <a:latin typeface="+mj-lt"/>
              </a:rPr>
              <a:t>They show </a:t>
            </a:r>
            <a:r>
              <a:rPr lang="en-US" sz="1500" b="1" dirty="0">
                <a:latin typeface="+mj-lt"/>
              </a:rPr>
              <a:t>higher purchase frequency</a:t>
            </a:r>
            <a:r>
              <a:rPr lang="en-US" sz="1500" dirty="0">
                <a:latin typeface="+mj-lt"/>
              </a:rPr>
              <a:t> and stronger intent, which leads to a larger share of revenue.</a:t>
            </a:r>
          </a:p>
          <a:p>
            <a:endParaRPr lang="en-IN" sz="1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89813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3B13-0B36-1493-4790-408485D24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2619" y="2594584"/>
            <a:ext cx="5784302" cy="2151035"/>
          </a:xfrm>
        </p:spPr>
        <p:txBody>
          <a:bodyPr>
            <a:noAutofit/>
          </a:bodyPr>
          <a:lstStyle/>
          <a:p>
            <a:r>
              <a:rPr lang="en-US" sz="1500" b="1" dirty="0">
                <a:latin typeface="+mj-lt"/>
              </a:rPr>
              <a:t>Retention:</a:t>
            </a:r>
          </a:p>
          <a:p>
            <a:pPr lvl="1"/>
            <a:r>
              <a:rPr lang="en-US" sz="1500" dirty="0">
                <a:latin typeface="+mj-lt"/>
              </a:rPr>
              <a:t>The top user segment is likely </a:t>
            </a:r>
            <a:r>
              <a:rPr lang="en-US" sz="1500" b="1" dirty="0">
                <a:latin typeface="+mj-lt"/>
              </a:rPr>
              <a:t>better retained</a:t>
            </a:r>
            <a:r>
              <a:rPr lang="en-US" sz="1500" dirty="0">
                <a:latin typeface="+mj-lt"/>
              </a:rPr>
              <a:t>, returning more often and consistently contributing to the platform’s revenue.</a:t>
            </a:r>
          </a:p>
          <a:p>
            <a:pPr lvl="1"/>
            <a:r>
              <a:rPr lang="en-US" sz="1500" dirty="0">
                <a:latin typeface="+mj-lt"/>
              </a:rPr>
              <a:t>The remaining 90% of users contribute </a:t>
            </a:r>
            <a:r>
              <a:rPr lang="en-US" sz="1500" b="1" dirty="0">
                <a:latin typeface="+mj-lt"/>
              </a:rPr>
              <a:t>56.2%</a:t>
            </a:r>
            <a:r>
              <a:rPr lang="en-US" sz="1500" dirty="0">
                <a:latin typeface="+mj-lt"/>
              </a:rPr>
              <a:t>, but their individual purchase activity is much lower.</a:t>
            </a:r>
          </a:p>
          <a:p>
            <a:endParaRPr lang="en-IN" sz="1500" dirty="0">
              <a:latin typeface="+mj-lt"/>
            </a:endParaRP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7805823A-0A3E-C197-D8BE-82DBEA33D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056" y="1514797"/>
            <a:ext cx="3341436" cy="3480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003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0312F79-5680-FB8A-216A-5A5C56FC36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2878" y="914074"/>
            <a:ext cx="9226244" cy="1553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dirty="0">
                <a:latin typeface="+mj-lt"/>
              </a:rPr>
              <a:t>Insights 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top 10% users are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high-value customers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generating nearly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half of total revenue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They show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stronger retention and engagement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making them critical for business growth.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Targeted loyalty or rewards programs could further strengthen this segment.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EDF7C1-A6C1-EEEF-293B-DB8A0870EB6F}"/>
              </a:ext>
            </a:extLst>
          </p:cNvPr>
          <p:cNvSpPr txBox="1"/>
          <p:nvPr/>
        </p:nvSpPr>
        <p:spPr>
          <a:xfrm>
            <a:off x="5081286" y="38543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E96F32A-014C-2607-35FB-C2836B6CE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2879" y="2812130"/>
            <a:ext cx="9226244" cy="1899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Recommendations 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Launch loyalty benefits for top 10% power users (early access, exclusive deals, reward points).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Create personalized product recommendations based on past purchases.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targeted remarketing campaigns to retain high-value users.</a:t>
            </a:r>
          </a:p>
        </p:txBody>
      </p:sp>
    </p:spTree>
    <p:extLst>
      <p:ext uri="{BB962C8B-B14F-4D97-AF65-F5344CB8AC3E}">
        <p14:creationId xmlns:p14="http://schemas.microsoft.com/office/powerpoint/2010/main" val="949513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D7BB-3864-EC69-B557-D324D2BE3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83070"/>
            <a:ext cx="10058400" cy="659757"/>
          </a:xfrm>
        </p:spPr>
        <p:txBody>
          <a:bodyPr>
            <a:normAutofit fontScale="90000"/>
          </a:bodyPr>
          <a:lstStyle/>
          <a:p>
            <a:r>
              <a:rPr lang="en-IN" sz="4400" dirty="0"/>
              <a:t>Session Behaviour</a:t>
            </a:r>
            <a:endParaRPr lang="en-IN" sz="4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C5820-9B52-967B-AEBA-E63D97872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798" y="2614039"/>
            <a:ext cx="11318680" cy="3760891"/>
          </a:xfrm>
        </p:spPr>
        <p:txBody>
          <a:bodyPr>
            <a:noAutofit/>
          </a:bodyPr>
          <a:lstStyle/>
          <a:p>
            <a:r>
              <a:rPr lang="en-US" sz="1500" b="1" dirty="0">
                <a:latin typeface="+mj-lt"/>
              </a:rPr>
              <a:t>Purchase Likelihood Increases With Longer Sessions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Users with </a:t>
            </a:r>
            <a:r>
              <a:rPr lang="en-US" sz="1500" b="1" dirty="0">
                <a:latin typeface="+mj-lt"/>
              </a:rPr>
              <a:t>0–2 min sessions</a:t>
            </a:r>
            <a:r>
              <a:rPr lang="en-US" sz="1500" dirty="0">
                <a:latin typeface="+mj-lt"/>
              </a:rPr>
              <a:t> have the </a:t>
            </a:r>
            <a:r>
              <a:rPr lang="en-US" sz="1500" b="1" dirty="0">
                <a:latin typeface="+mj-lt"/>
              </a:rPr>
              <a:t>lowest purchase rate (4.1%)</a:t>
            </a:r>
            <a:r>
              <a:rPr lang="en-US" sz="1500" dirty="0">
                <a:latin typeface="+mj-lt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Purchase likelihood rises steadily for longer sessions, peaking at </a:t>
            </a:r>
            <a:r>
              <a:rPr lang="en-US" sz="1500" b="1" dirty="0">
                <a:latin typeface="+mj-lt"/>
              </a:rPr>
              <a:t>6.5% for 20+ min users</a:t>
            </a:r>
            <a:r>
              <a:rPr lang="en-US" sz="1500" dirty="0">
                <a:latin typeface="+mj-lt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Longer engagement indicates </a:t>
            </a:r>
            <a:r>
              <a:rPr lang="en-US" sz="1500" b="1" dirty="0">
                <a:latin typeface="+mj-lt"/>
              </a:rPr>
              <a:t>higher intent and deeper product exploration</a:t>
            </a:r>
            <a:r>
              <a:rPr lang="en-US" sz="1500" dirty="0">
                <a:latin typeface="+mj-lt"/>
              </a:rPr>
              <a:t>.</a:t>
            </a:r>
          </a:p>
          <a:p>
            <a:r>
              <a:rPr lang="en-US" sz="1500" b="1" dirty="0">
                <a:latin typeface="+mj-lt"/>
              </a:rPr>
              <a:t>Mid-Range Sessions Show Stable Intent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The </a:t>
            </a:r>
            <a:r>
              <a:rPr lang="en-US" sz="1500" b="1" dirty="0">
                <a:latin typeface="+mj-lt"/>
              </a:rPr>
              <a:t>2–5 min</a:t>
            </a:r>
            <a:r>
              <a:rPr lang="en-US" sz="1500" dirty="0">
                <a:latin typeface="+mj-lt"/>
              </a:rPr>
              <a:t> (5.3%) and </a:t>
            </a:r>
            <a:r>
              <a:rPr lang="en-US" sz="1500" b="1" dirty="0">
                <a:latin typeface="+mj-lt"/>
              </a:rPr>
              <a:t>5–10 min</a:t>
            </a:r>
            <a:r>
              <a:rPr lang="en-US" sz="1500" dirty="0">
                <a:latin typeface="+mj-lt"/>
              </a:rPr>
              <a:t> (5.0%) ranges show moderate and consistent intent.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These users explore products enough to consider purchase but not deeply enough for strong commitment.</a:t>
            </a:r>
          </a:p>
          <a:p>
            <a:r>
              <a:rPr lang="en-US" sz="1500" b="1" dirty="0">
                <a:latin typeface="+mj-lt"/>
              </a:rPr>
              <a:t>High-Intent Users Spend More Time Browsing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Users in the </a:t>
            </a:r>
            <a:r>
              <a:rPr lang="en-US" sz="1500" b="1" dirty="0">
                <a:latin typeface="+mj-lt"/>
              </a:rPr>
              <a:t>10–20 min</a:t>
            </a:r>
            <a:r>
              <a:rPr lang="en-US" sz="1500" dirty="0">
                <a:latin typeface="+mj-lt"/>
              </a:rPr>
              <a:t> (5.2%) and </a:t>
            </a:r>
            <a:r>
              <a:rPr lang="en-US" sz="1500" b="1" dirty="0">
                <a:latin typeface="+mj-lt"/>
              </a:rPr>
              <a:t>20+ min</a:t>
            </a:r>
            <a:r>
              <a:rPr lang="en-US" sz="1500" dirty="0">
                <a:latin typeface="+mj-lt"/>
              </a:rPr>
              <a:t> ranges have the highest likelihood to buy.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These users are likely comparing prices, checking product details, and reviewing alternatives before purchasing.</a:t>
            </a:r>
          </a:p>
          <a:p>
            <a:endParaRPr lang="en-US" sz="1500" dirty="0">
              <a:latin typeface="+mj-lt"/>
            </a:endParaRPr>
          </a:p>
          <a:p>
            <a:endParaRPr lang="en-IN" sz="1500" dirty="0">
              <a:latin typeface="+mj-lt"/>
            </a:endParaRP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5A1B6D0B-2DDC-092A-DB4E-4989B2C75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2667" y="344192"/>
            <a:ext cx="4806071" cy="2550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0489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75E49C5-9BBB-D0DC-ACE3-965187A8BC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41575" y="607558"/>
            <a:ext cx="8908849" cy="1553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dirty="0">
                <a:latin typeface="+mj-lt"/>
              </a:rPr>
              <a:t>Insights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More time spent → higher purchase probability.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Quick sessions convert poorly, while long, engaged sessions show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strong buying intent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Focusing on keeping users engaged longer may increase conversions.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895AD0F-838F-853E-2DCC-05CC03B7F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575" y="2479093"/>
            <a:ext cx="8908849" cy="1899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+mj-lt"/>
              </a:rPr>
              <a:t>Recommendations 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Increase session duration by improving product discovery (better filters, personalized lists, search suggestions).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Offer “quick comparison” tools to help long-session users convert faster.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Trigger reminders or offers for users with longer browsing behavior but no purchase.</a:t>
            </a:r>
          </a:p>
        </p:txBody>
      </p:sp>
    </p:spTree>
    <p:extLst>
      <p:ext uri="{BB962C8B-B14F-4D97-AF65-F5344CB8AC3E}">
        <p14:creationId xmlns:p14="http://schemas.microsoft.com/office/powerpoint/2010/main" val="29945818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F4F2-5940-BDA9-2869-2F358AB93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450757"/>
          </a:xfrm>
        </p:spPr>
        <p:txBody>
          <a:bodyPr>
            <a:normAutofit/>
          </a:bodyPr>
          <a:lstStyle/>
          <a:p>
            <a:r>
              <a:rPr lang="en-US" altLang="en-US" sz="4500" dirty="0">
                <a:solidFill>
                  <a:schemeClr val="tx1"/>
                </a:solidFill>
              </a:rPr>
              <a:t>Time-Based Trends (Day &amp; Hour Analysis)</a:t>
            </a:r>
            <a:endParaRPr lang="en-IN" sz="4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0D25-1F19-127B-1B8D-0DEDEF5B0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1" y="4331571"/>
            <a:ext cx="10058399" cy="1814585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+mj-lt"/>
              </a:rPr>
              <a:t>Daily Purchase Trends</a:t>
            </a:r>
          </a:p>
          <a:p>
            <a:pPr lvl="1"/>
            <a:r>
              <a:rPr lang="en-US" sz="1500" dirty="0">
                <a:latin typeface="+mj-lt"/>
              </a:rPr>
              <a:t>Purchases stay fairly stable throughout early November, averaging </a:t>
            </a:r>
            <a:r>
              <a:rPr lang="en-US" sz="1500" b="1" dirty="0">
                <a:latin typeface="+mj-lt"/>
              </a:rPr>
              <a:t>4,000–5,000 per day</a:t>
            </a:r>
            <a:r>
              <a:rPr lang="en-US" sz="1500" dirty="0">
                <a:latin typeface="+mj-lt"/>
              </a:rPr>
              <a:t>.</a:t>
            </a:r>
          </a:p>
          <a:p>
            <a:pPr lvl="1"/>
            <a:r>
              <a:rPr lang="en-US" sz="1500" dirty="0">
                <a:latin typeface="+mj-lt"/>
              </a:rPr>
              <a:t>A massive spike occurs on </a:t>
            </a:r>
            <a:r>
              <a:rPr lang="en-US" sz="1500" b="1" dirty="0">
                <a:latin typeface="+mj-lt"/>
              </a:rPr>
              <a:t>November 17 (14,201 purchases)</a:t>
            </a:r>
            <a:r>
              <a:rPr lang="en-US" sz="1500" dirty="0">
                <a:latin typeface="+mj-lt"/>
              </a:rPr>
              <a:t> and </a:t>
            </a:r>
            <a:r>
              <a:rPr lang="en-US" sz="1500" b="1" dirty="0">
                <a:latin typeface="+mj-lt"/>
              </a:rPr>
              <a:t>Black Friday (38,283 purchases)</a:t>
            </a:r>
            <a:r>
              <a:rPr lang="en-US" sz="1500" dirty="0">
                <a:latin typeface="+mj-lt"/>
              </a:rPr>
              <a:t> due to heavy promotions.</a:t>
            </a:r>
          </a:p>
          <a:p>
            <a:pPr lvl="1"/>
            <a:r>
              <a:rPr lang="en-US" sz="1500" dirty="0">
                <a:latin typeface="+mj-lt"/>
              </a:rPr>
              <a:t>Purchases rise again toward the end of the month, especially around </a:t>
            </a:r>
            <a:r>
              <a:rPr lang="en-US" sz="1500" b="1" dirty="0">
                <a:latin typeface="+mj-lt"/>
              </a:rPr>
              <a:t>Nov 29 (6,883 purchases)</a:t>
            </a:r>
            <a:r>
              <a:rPr lang="en-US" sz="1500" dirty="0">
                <a:latin typeface="+mj-lt"/>
              </a:rPr>
              <a:t>—likely another sale weekend.</a:t>
            </a:r>
          </a:p>
          <a:p>
            <a:endParaRPr lang="en-IN" sz="1500" dirty="0">
              <a:latin typeface="+mj-lt"/>
            </a:endParaRP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C02DD434-A747-81C2-0755-3AA75A359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126" y="1450757"/>
            <a:ext cx="7237379" cy="2880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50116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2595A-8BB1-D068-0AED-EDCC20B71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126" y="939159"/>
            <a:ext cx="4243205" cy="461668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Hourly Purchase Trends (24-Hour Cycle)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Purchases climb sharply from </a:t>
            </a:r>
            <a:r>
              <a:rPr lang="en-US" sz="1500" b="1" dirty="0">
                <a:latin typeface="+mj-lt"/>
              </a:rPr>
              <a:t>4 AM onward</a:t>
            </a:r>
            <a:r>
              <a:rPr lang="en-US" sz="1500" dirty="0">
                <a:latin typeface="+mj-lt"/>
              </a:rPr>
              <a:t>, peaking between </a:t>
            </a:r>
            <a:r>
              <a:rPr lang="en-US" sz="1500" b="1" dirty="0">
                <a:latin typeface="+mj-lt"/>
              </a:rPr>
              <a:t>9 AM – 11 AM (13,000–14,500 purchases)</a:t>
            </a:r>
            <a:r>
              <a:rPr lang="en-US" sz="1500" dirty="0">
                <a:latin typeface="+mj-lt"/>
              </a:rPr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Afternoon hours (12 PM – 4 PM) remain strong with </a:t>
            </a:r>
            <a:r>
              <a:rPr lang="en-US" sz="1500" b="1" dirty="0">
                <a:latin typeface="+mj-lt"/>
              </a:rPr>
              <a:t>12,000–13,000 purchases</a:t>
            </a:r>
            <a:r>
              <a:rPr lang="en-US" sz="1500" dirty="0">
                <a:latin typeface="+mj-lt"/>
              </a:rPr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Activity declines steadily after </a:t>
            </a:r>
            <a:r>
              <a:rPr lang="en-US" sz="1500" b="1" dirty="0">
                <a:latin typeface="+mj-lt"/>
              </a:rPr>
              <a:t>5 PM</a:t>
            </a:r>
            <a:r>
              <a:rPr lang="en-US" sz="1500" dirty="0">
                <a:latin typeface="+mj-lt"/>
              </a:rPr>
              <a:t>, dropping significantly after </a:t>
            </a:r>
            <a:r>
              <a:rPr lang="en-US" sz="1500" b="1" dirty="0">
                <a:latin typeface="+mj-lt"/>
              </a:rPr>
              <a:t>8 PM</a:t>
            </a:r>
            <a:r>
              <a:rPr lang="en-US" sz="1500" dirty="0">
                <a:latin typeface="+mj-lt"/>
              </a:rPr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Lowest activity occurs between </a:t>
            </a:r>
            <a:r>
              <a:rPr lang="en-US" sz="1500" b="1" dirty="0">
                <a:latin typeface="+mj-lt"/>
              </a:rPr>
              <a:t>12 AM – 3 AM</a:t>
            </a:r>
            <a:r>
              <a:rPr lang="en-US" sz="1500" dirty="0">
                <a:latin typeface="+mj-lt"/>
              </a:rPr>
              <a:t>.</a:t>
            </a:r>
          </a:p>
          <a:p>
            <a:pPr>
              <a:lnSpc>
                <a:spcPct val="150000"/>
              </a:lnSpc>
            </a:pPr>
            <a:endParaRPr lang="en-IN" sz="1500" dirty="0">
              <a:latin typeface="+mj-lt"/>
            </a:endParaRP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75537CFB-B84A-BA32-BBA4-DBCD50C7A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822" y="1250639"/>
            <a:ext cx="6675052" cy="28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4807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8D42B-7AB0-A68E-DDB5-19512C08D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335" y="3924767"/>
            <a:ext cx="9561649" cy="2337138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+mj-lt"/>
              </a:rPr>
              <a:t>Weekly Purchase Patterns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+mj-lt"/>
              </a:rPr>
              <a:t>Sunday</a:t>
            </a:r>
            <a:r>
              <a:rPr lang="en-US" sz="1500" dirty="0">
                <a:latin typeface="+mj-lt"/>
              </a:rPr>
              <a:t> shows the </a:t>
            </a:r>
            <a:r>
              <a:rPr lang="en-US" sz="1500" b="1" dirty="0">
                <a:latin typeface="+mj-lt"/>
              </a:rPr>
              <a:t>highest weekly purchase activity</a:t>
            </a:r>
            <a:r>
              <a:rPr lang="en-US" sz="1500" dirty="0">
                <a:latin typeface="+mj-lt"/>
              </a:rPr>
              <a:t>, exceeding </a:t>
            </a:r>
            <a:r>
              <a:rPr lang="en-US" sz="1500" b="1" dirty="0">
                <a:latin typeface="+mj-lt"/>
              </a:rPr>
              <a:t>52,000 purchases</a:t>
            </a:r>
            <a:r>
              <a:rPr lang="en-US" sz="1500" dirty="0">
                <a:latin typeface="+mj-lt"/>
              </a:rPr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+mj-lt"/>
              </a:rPr>
              <a:t>Saturday</a:t>
            </a:r>
            <a:r>
              <a:rPr lang="en-US" sz="1500" dirty="0">
                <a:latin typeface="+mj-lt"/>
              </a:rPr>
              <a:t> is the next strongest purchasing day (~33,000 purchases).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Weekdays (Mon–Thu) have significantly lower purchase counts (~18,000–20,000), indicating reduced shopping during workdays.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+mj-lt"/>
              </a:rPr>
              <a:t>Friday</a:t>
            </a:r>
            <a:r>
              <a:rPr lang="en-US" sz="1500" dirty="0">
                <a:latin typeface="+mj-lt"/>
              </a:rPr>
              <a:t> shows a mild increase (~21,000), suggesting early weekend shopping behavior.</a:t>
            </a:r>
          </a:p>
          <a:p>
            <a:endParaRPr lang="en-IN" sz="1500" dirty="0">
              <a:latin typeface="+mj-lt"/>
            </a:endParaRP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93BD7AA7-1B09-A10A-3FE0-24D860044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658" y="162177"/>
            <a:ext cx="5547258" cy="4142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22525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39830-1953-98A0-DF07-C06112EC0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640" y="4244574"/>
            <a:ext cx="8630281" cy="243401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Time-of-Day Pattern (4-segment view)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+mj-lt"/>
              </a:rPr>
              <a:t>Morning</a:t>
            </a:r>
            <a:r>
              <a:rPr lang="en-US" sz="1500" dirty="0">
                <a:latin typeface="+mj-lt"/>
              </a:rPr>
              <a:t> is the strongest sales window (</a:t>
            </a:r>
            <a:r>
              <a:rPr lang="en-US" sz="1500" b="1" dirty="0">
                <a:latin typeface="+mj-lt"/>
              </a:rPr>
              <a:t>~88,000 purchases</a:t>
            </a:r>
            <a:r>
              <a:rPr lang="en-US" sz="1500" dirty="0">
                <a:latin typeface="+mj-lt"/>
              </a:rPr>
              <a:t>).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+mj-lt"/>
              </a:rPr>
              <a:t>Afternoon</a:t>
            </a:r>
            <a:r>
              <a:rPr lang="en-US" sz="1500" dirty="0">
                <a:latin typeface="+mj-lt"/>
              </a:rPr>
              <a:t> follows with moderate activity (</a:t>
            </a:r>
            <a:r>
              <a:rPr lang="en-US" sz="1500" b="1" dirty="0">
                <a:latin typeface="+mj-lt"/>
              </a:rPr>
              <a:t>~57,000 purchases</a:t>
            </a:r>
            <a:r>
              <a:rPr lang="en-US" sz="1500" dirty="0">
                <a:latin typeface="+mj-lt"/>
              </a:rPr>
              <a:t>).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+mj-lt"/>
              </a:rPr>
              <a:t>Evening and Night</a:t>
            </a:r>
            <a:r>
              <a:rPr lang="en-US" sz="1500" dirty="0">
                <a:latin typeface="+mj-lt"/>
              </a:rPr>
              <a:t> are lowest (~19,000 purchases each), reflecting reduced late-day intent.</a:t>
            </a:r>
          </a:p>
          <a:p>
            <a:pPr>
              <a:lnSpc>
                <a:spcPct val="150000"/>
              </a:lnSpc>
            </a:pPr>
            <a:endParaRPr lang="en-IN" sz="1500" dirty="0">
              <a:latin typeface="+mj-lt"/>
            </a:endParaRP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8B792D87-BAD3-11A2-20A3-AD38C443E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384" y="626971"/>
            <a:ext cx="5338662" cy="3791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2254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D112F26-89EB-FE71-9EEA-559E0F55C8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50066" y="600241"/>
            <a:ext cx="8531719" cy="155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dirty="0">
                <a:latin typeface="+mj-lt"/>
              </a:rPr>
              <a:t>Insights 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Purchases peak during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mornings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on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weekends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especially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Sunday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Major spikes occur during promotional events like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Black Friday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Lowest purchasing happens on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weekdays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during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late-night hours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1BE1B4A-DBE1-F847-AC1D-D76FCAAB3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170" y="2359395"/>
            <a:ext cx="10220445" cy="1899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Recommendations 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Run major campaigns and discounts on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weekends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morning hours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where purchase intent peaks.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Schedule notifications, emails, and ads during peak windows (9 AM–12 PM).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Reduce spend during low-performing late-night hours to optimize marketing cost.</a:t>
            </a:r>
          </a:p>
        </p:txBody>
      </p:sp>
    </p:spTree>
    <p:extLst>
      <p:ext uri="{BB962C8B-B14F-4D97-AF65-F5344CB8AC3E}">
        <p14:creationId xmlns:p14="http://schemas.microsoft.com/office/powerpoint/2010/main" val="36475472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8DB77-5043-4E6D-AF2C-5A1EC1F0D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1" y="248432"/>
            <a:ext cx="10058400" cy="1450757"/>
          </a:xfrm>
        </p:spPr>
        <p:txBody>
          <a:bodyPr>
            <a:normAutofit/>
          </a:bodyPr>
          <a:lstStyle/>
          <a:p>
            <a:r>
              <a:rPr lang="en-US" altLang="en-US" sz="4500" dirty="0">
                <a:solidFill>
                  <a:schemeClr val="tx1"/>
                </a:solidFill>
              </a:rPr>
              <a:t>High-Value Products (Pareto Analysis)</a:t>
            </a:r>
            <a:endParaRPr lang="en-IN" sz="4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7D14A1-B303-9D5C-C0C0-8EF6E466B0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1" y="2243199"/>
            <a:ext cx="10058400" cy="234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Apple alone drives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50%+ of revenue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making a 20% threshold invalid.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Switching to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80/20 Pareto method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reveals that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Apple, Samsung, Xiaomi, LG, and Huawei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generate nearly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80% of total revenue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Revenue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highly concentrated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dominated by a small group of top-performing brands.</a:t>
            </a:r>
          </a:p>
        </p:txBody>
      </p:sp>
    </p:spTree>
    <p:extLst>
      <p:ext uri="{BB962C8B-B14F-4D97-AF65-F5344CB8AC3E}">
        <p14:creationId xmlns:p14="http://schemas.microsoft.com/office/powerpoint/2010/main" val="25440883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>
            <a:extLst>
              <a:ext uri="{FF2B5EF4-FFF2-40B4-BE49-F238E27FC236}">
                <a16:creationId xmlns:a16="http://schemas.microsoft.com/office/drawing/2014/main" id="{B9253F11-4BD1-03EC-A2E5-18678BEC6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89" y="1589055"/>
            <a:ext cx="6848636" cy="3398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5A479-E868-2468-4829-7D6D81AD51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5275" y="1754723"/>
            <a:ext cx="4232814" cy="2476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Apple dominates revenue (&gt;50%), making the 20% cutoff unusable.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Using the Pareto 80% rule,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Apple, Samsung, Xiaomi, LG, and Huawei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emerge as high-value brands.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Revenue is heavily concentrated among a few top players.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A06B2B9-34AF-B3DA-9F6E-EEB4A6688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633" y="4319037"/>
            <a:ext cx="9722734" cy="1899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Recommendations 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Prioritize inventory, visibility, and promotional placement for core revenue brands: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Apple, Samsung, Xiaomi, LG, Huawei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Optimize pricing and bundling strategies for top revenue-generating products.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these high-value brands to attract traffic through deal banners and featured sections.</a:t>
            </a:r>
          </a:p>
        </p:txBody>
      </p:sp>
    </p:spTree>
    <p:extLst>
      <p:ext uri="{BB962C8B-B14F-4D97-AF65-F5344CB8AC3E}">
        <p14:creationId xmlns:p14="http://schemas.microsoft.com/office/powerpoint/2010/main" val="9941809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{E4963155-D79E-4C00-A1E9-163E947F8947}tf56160789_win32</Template>
  <TotalTime>442</TotalTime>
  <Words>2225</Words>
  <Application>Microsoft Office PowerPoint</Application>
  <PresentationFormat>Widescreen</PresentationFormat>
  <Paragraphs>186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Bookman Old Style</vt:lpstr>
      <vt:lpstr>Calibri</vt:lpstr>
      <vt:lpstr>Franklin Gothic Book</vt:lpstr>
      <vt:lpstr>Custom</vt:lpstr>
      <vt:lpstr>E-Commerce Funnel Analysis</vt:lpstr>
      <vt:lpstr>Agenda</vt:lpstr>
      <vt:lpstr>Executive Summary </vt:lpstr>
      <vt:lpstr>Dataset Overview</vt:lpstr>
      <vt:lpstr>Objectives of the Analysis</vt:lpstr>
      <vt:lpstr>Key Analysis Areas</vt:lpstr>
      <vt:lpstr>Funnel Analysis</vt:lpstr>
      <vt:lpstr>PowerPoint Presentation</vt:lpstr>
      <vt:lpstr>PowerPoint Presentation</vt:lpstr>
      <vt:lpstr>PowerPoint Presentation</vt:lpstr>
      <vt:lpstr>Category and Brand Performance</vt:lpstr>
      <vt:lpstr>PowerPoint Presentation</vt:lpstr>
      <vt:lpstr>PowerPoint Presentation</vt:lpstr>
      <vt:lpstr>PowerPoint Presentation</vt:lpstr>
      <vt:lpstr>Price Sensitivity</vt:lpstr>
      <vt:lpstr>PowerPoint Presentation</vt:lpstr>
      <vt:lpstr>PowerPoint Presentation</vt:lpstr>
      <vt:lpstr>PowerPoint Presentation</vt:lpstr>
      <vt:lpstr>User Behavior &amp; Top User Contribution</vt:lpstr>
      <vt:lpstr>PowerPoint Presentation</vt:lpstr>
      <vt:lpstr>PowerPoint Presentation</vt:lpstr>
      <vt:lpstr>Session Behaviour</vt:lpstr>
      <vt:lpstr>PowerPoint Presentation</vt:lpstr>
      <vt:lpstr>Time-Based Trends (Day &amp; Hour Analysis)</vt:lpstr>
      <vt:lpstr>PowerPoint Presentation</vt:lpstr>
      <vt:lpstr>PowerPoint Presentation</vt:lpstr>
      <vt:lpstr>PowerPoint Presentation</vt:lpstr>
      <vt:lpstr>PowerPoint Presentation</vt:lpstr>
      <vt:lpstr>High-Value Products (Pareto Analysis)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soundar S</dc:creator>
  <cp:lastModifiedBy>soundar S</cp:lastModifiedBy>
  <cp:revision>1</cp:revision>
  <dcterms:created xsi:type="dcterms:W3CDTF">2025-12-18T14:08:13Z</dcterms:created>
  <dcterms:modified xsi:type="dcterms:W3CDTF">2025-12-19T17:50:58Z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